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9" r:id="rId6"/>
    <p:sldId id="260" r:id="rId7"/>
    <p:sldId id="257" r:id="rId8"/>
    <p:sldId id="261" r:id="rId9"/>
    <p:sldId id="262" r:id="rId10"/>
    <p:sldId id="263" r:id="rId11"/>
    <p:sldId id="265" r:id="rId12"/>
    <p:sldId id="258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1A6BC-29FF-3F55-CB1F-E36B98A70A33}" v="9" dt="2026-10-04T01:25:53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Joel Perez Caliz" userId="S::ricardo.perez@utmetropolitana.edu.mx::44c99e19-a958-489f-882b-ecb5af226471" providerId="AD" clId="Web-{2AC1A6BC-29FF-3F55-CB1F-E36B98A70A33}"/>
    <pc:docChg chg="modSld">
      <pc:chgData name="Ricardo Joel Perez Caliz" userId="S::ricardo.perez@utmetropolitana.edu.mx::44c99e19-a958-489f-882b-ecb5af226471" providerId="AD" clId="Web-{2AC1A6BC-29FF-3F55-CB1F-E36B98A70A33}" dt="2026-10-04T01:25:53.648" v="3" actId="20577"/>
      <pc:docMkLst>
        <pc:docMk/>
      </pc:docMkLst>
      <pc:sldChg chg="modSp">
        <pc:chgData name="Ricardo Joel Perez Caliz" userId="S::ricardo.perez@utmetropolitana.edu.mx::44c99e19-a958-489f-882b-ecb5af226471" providerId="AD" clId="Web-{2AC1A6BC-29FF-3F55-CB1F-E36B98A70A33}" dt="2026-10-04T01:25:53.648" v="3" actId="20577"/>
        <pc:sldMkLst>
          <pc:docMk/>
          <pc:sldMk cId="2796367955" sldId="257"/>
        </pc:sldMkLst>
        <pc:spChg chg="mod">
          <ac:chgData name="Ricardo Joel Perez Caliz" userId="S::ricardo.perez@utmetropolitana.edu.mx::44c99e19-a958-489f-882b-ecb5af226471" providerId="AD" clId="Web-{2AC1A6BC-29FF-3F55-CB1F-E36B98A70A33}" dt="2026-10-04T01:25:53.648" v="3" actId="20577"/>
          <ac:spMkLst>
            <pc:docMk/>
            <pc:sldMk cId="2796367955" sldId="257"/>
            <ac:spMk id="3" creationId="{0F044B79-851F-9B9F-BEE9-E827BE7D883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DA5B1D-5983-46D8-88E4-14359AEF0088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963AAC1-E36B-4751-9471-7C6B6EA19D8A}">
      <dgm:prSet phldrT="[Texto]" phldr="0"/>
      <dgm:spPr/>
      <dgm:t>
        <a:bodyPr/>
        <a:lstStyle/>
        <a:p>
          <a:r>
            <a:rPr lang="es-ES">
              <a:latin typeface="Aptos Display" panose="02110004020202020204"/>
            </a:rPr>
            <a:t>20%</a:t>
          </a:r>
          <a:endParaRPr lang="es-ES"/>
        </a:p>
      </dgm:t>
    </dgm:pt>
    <dgm:pt modelId="{0157E21C-9782-4392-8F09-342A924F5843}" type="parTrans" cxnId="{DBF1AE5C-333C-4164-A413-0E16F85B286A}">
      <dgm:prSet/>
      <dgm:spPr/>
      <dgm:t>
        <a:bodyPr/>
        <a:lstStyle/>
        <a:p>
          <a:endParaRPr lang="es-ES"/>
        </a:p>
      </dgm:t>
    </dgm:pt>
    <dgm:pt modelId="{263EDB05-D9FC-4A7B-B6CF-FAD5B6AC6749}" type="sibTrans" cxnId="{DBF1AE5C-333C-4164-A413-0E16F85B286A}">
      <dgm:prSet/>
      <dgm:spPr/>
      <dgm:t>
        <a:bodyPr/>
        <a:lstStyle/>
        <a:p>
          <a:endParaRPr lang="es-ES"/>
        </a:p>
      </dgm:t>
    </dgm:pt>
    <dgm:pt modelId="{07BA500E-E036-4C9C-BAFD-9AAF67256102}">
      <dgm:prSet phldrT="[Texto]" phldr="0"/>
      <dgm:spPr/>
      <dgm:t>
        <a:bodyPr/>
        <a:lstStyle/>
        <a:p>
          <a:pPr rtl="0"/>
          <a:r>
            <a:rPr lang="es-ES">
              <a:latin typeface="Aptos Display" panose="02110004020202020204"/>
            </a:rPr>
            <a:t>Funcionamiento de pipeline</a:t>
          </a:r>
          <a:endParaRPr lang="es-ES"/>
        </a:p>
      </dgm:t>
    </dgm:pt>
    <dgm:pt modelId="{FA773905-DC2D-485D-9AA2-A2A1FED7C19A}" type="parTrans" cxnId="{7869AEB0-93D1-4E6A-B92B-275F2CD5CCD1}">
      <dgm:prSet/>
      <dgm:spPr/>
      <dgm:t>
        <a:bodyPr/>
        <a:lstStyle/>
        <a:p>
          <a:endParaRPr lang="es-ES"/>
        </a:p>
      </dgm:t>
    </dgm:pt>
    <dgm:pt modelId="{E20AA658-7FDF-4438-9C1F-525796BDC8E0}" type="sibTrans" cxnId="{7869AEB0-93D1-4E6A-B92B-275F2CD5CCD1}">
      <dgm:prSet/>
      <dgm:spPr/>
      <dgm:t>
        <a:bodyPr/>
        <a:lstStyle/>
        <a:p>
          <a:endParaRPr lang="es-ES"/>
        </a:p>
      </dgm:t>
    </dgm:pt>
    <dgm:pt modelId="{91EB4A3D-0515-48D2-BB41-3F47D3788655}">
      <dgm:prSet phldrT="[Texto]" phldr="0"/>
      <dgm:spPr/>
      <dgm:t>
        <a:bodyPr/>
        <a:lstStyle/>
        <a:p>
          <a:r>
            <a:rPr lang="es-ES" sz="1800">
              <a:latin typeface="Aptos Display" panose="02110004020202020204"/>
            </a:rPr>
            <a:t>40%</a:t>
          </a:r>
          <a:endParaRPr lang="es-ES" sz="1800"/>
        </a:p>
      </dgm:t>
    </dgm:pt>
    <dgm:pt modelId="{885B5ECE-D97F-47F2-B69F-06D36A52173D}" type="parTrans" cxnId="{BD05A2F0-5022-405A-B239-4195817882BE}">
      <dgm:prSet/>
      <dgm:spPr/>
      <dgm:t>
        <a:bodyPr/>
        <a:lstStyle/>
        <a:p>
          <a:endParaRPr lang="es-ES"/>
        </a:p>
      </dgm:t>
    </dgm:pt>
    <dgm:pt modelId="{3A5E9372-E312-4739-9E33-22E3058EC01E}" type="sibTrans" cxnId="{BD05A2F0-5022-405A-B239-4195817882BE}">
      <dgm:prSet/>
      <dgm:spPr/>
      <dgm:t>
        <a:bodyPr/>
        <a:lstStyle/>
        <a:p>
          <a:endParaRPr lang="es-ES"/>
        </a:p>
      </dgm:t>
    </dgm:pt>
    <dgm:pt modelId="{E216B5E8-5294-4973-A843-BFB832BF5AA3}">
      <dgm:prSet phldrT="[Texto]" phldr="0"/>
      <dgm:spPr/>
      <dgm:t>
        <a:bodyPr/>
        <a:lstStyle/>
        <a:p>
          <a:pPr rtl="0"/>
          <a:r>
            <a:rPr lang="es-ES"/>
            <a:t>Arquitectura NoSQL y Nube</a:t>
          </a:r>
        </a:p>
      </dgm:t>
    </dgm:pt>
    <dgm:pt modelId="{A406D73F-7137-4ADE-A0C4-F3845C89E3A0}" type="parTrans" cxnId="{0B1D89C7-6995-4C23-8807-2D152EE6FA26}">
      <dgm:prSet/>
      <dgm:spPr/>
      <dgm:t>
        <a:bodyPr/>
        <a:lstStyle/>
        <a:p>
          <a:endParaRPr lang="es-ES"/>
        </a:p>
      </dgm:t>
    </dgm:pt>
    <dgm:pt modelId="{08E5DF1E-85D1-43D5-AEE7-FCC55B17B337}" type="sibTrans" cxnId="{0B1D89C7-6995-4C23-8807-2D152EE6FA26}">
      <dgm:prSet/>
      <dgm:spPr/>
      <dgm:t>
        <a:bodyPr/>
        <a:lstStyle/>
        <a:p>
          <a:endParaRPr lang="es-ES"/>
        </a:p>
      </dgm:t>
    </dgm:pt>
    <dgm:pt modelId="{480B7CA1-2A41-41B9-B968-49C20A03BD7A}" type="pres">
      <dgm:prSet presAssocID="{5ADA5B1D-5983-46D8-88E4-14359AEF0088}" presName="list" presStyleCnt="0">
        <dgm:presLayoutVars>
          <dgm:dir/>
          <dgm:animLvl val="lvl"/>
        </dgm:presLayoutVars>
      </dgm:prSet>
      <dgm:spPr/>
    </dgm:pt>
    <dgm:pt modelId="{9918E037-1888-4790-A0A7-13E4C952C44A}" type="pres">
      <dgm:prSet presAssocID="{9963AAC1-E36B-4751-9471-7C6B6EA19D8A}" presName="posSpace" presStyleCnt="0"/>
      <dgm:spPr/>
    </dgm:pt>
    <dgm:pt modelId="{0DD2ACED-5F87-47A6-8C28-345097E6A25D}" type="pres">
      <dgm:prSet presAssocID="{9963AAC1-E36B-4751-9471-7C6B6EA19D8A}" presName="vertFlow" presStyleCnt="0"/>
      <dgm:spPr/>
    </dgm:pt>
    <dgm:pt modelId="{90EFDE4A-4025-4A28-8322-E94143D52F79}" type="pres">
      <dgm:prSet presAssocID="{9963AAC1-E36B-4751-9471-7C6B6EA19D8A}" presName="topSpace" presStyleCnt="0"/>
      <dgm:spPr/>
    </dgm:pt>
    <dgm:pt modelId="{43D5E46C-E5BC-44AB-8C21-C58515706C16}" type="pres">
      <dgm:prSet presAssocID="{9963AAC1-E36B-4751-9471-7C6B6EA19D8A}" presName="firstComp" presStyleCnt="0"/>
      <dgm:spPr/>
    </dgm:pt>
    <dgm:pt modelId="{0B6BA9D0-F32E-47C4-BDA8-02C0C3437A82}" type="pres">
      <dgm:prSet presAssocID="{9963AAC1-E36B-4751-9471-7C6B6EA19D8A}" presName="firstChild" presStyleLbl="bgAccFollowNode1" presStyleIdx="0" presStyleCnt="2"/>
      <dgm:spPr/>
    </dgm:pt>
    <dgm:pt modelId="{3106BAC7-6003-4BD8-83C0-C2F7B05D8BB8}" type="pres">
      <dgm:prSet presAssocID="{9963AAC1-E36B-4751-9471-7C6B6EA19D8A}" presName="firstChildTx" presStyleLbl="bgAccFollowNode1" presStyleIdx="0" presStyleCnt="2">
        <dgm:presLayoutVars>
          <dgm:bulletEnabled val="1"/>
        </dgm:presLayoutVars>
      </dgm:prSet>
      <dgm:spPr/>
    </dgm:pt>
    <dgm:pt modelId="{B8DF226F-EE47-429B-AB1A-C6EBB17F67C4}" type="pres">
      <dgm:prSet presAssocID="{9963AAC1-E36B-4751-9471-7C6B6EA19D8A}" presName="negSpace" presStyleCnt="0"/>
      <dgm:spPr/>
    </dgm:pt>
    <dgm:pt modelId="{8AD90C27-A22F-4B0A-8652-A013D88D7E1E}" type="pres">
      <dgm:prSet presAssocID="{9963AAC1-E36B-4751-9471-7C6B6EA19D8A}" presName="circle" presStyleLbl="node1" presStyleIdx="0" presStyleCnt="2"/>
      <dgm:spPr/>
    </dgm:pt>
    <dgm:pt modelId="{1127611E-492D-4D80-94AB-CA3903A49FF5}" type="pres">
      <dgm:prSet presAssocID="{263EDB05-D9FC-4A7B-B6CF-FAD5B6AC6749}" presName="transSpace" presStyleCnt="0"/>
      <dgm:spPr/>
    </dgm:pt>
    <dgm:pt modelId="{1E164559-7780-4817-B63F-27573054D865}" type="pres">
      <dgm:prSet presAssocID="{91EB4A3D-0515-48D2-BB41-3F47D3788655}" presName="posSpace" presStyleCnt="0"/>
      <dgm:spPr/>
    </dgm:pt>
    <dgm:pt modelId="{60DD47CF-3320-455B-BF8E-2AC8B3618AC6}" type="pres">
      <dgm:prSet presAssocID="{91EB4A3D-0515-48D2-BB41-3F47D3788655}" presName="vertFlow" presStyleCnt="0"/>
      <dgm:spPr/>
    </dgm:pt>
    <dgm:pt modelId="{0B68C95F-60D5-4AE9-9F42-12F9FF80B018}" type="pres">
      <dgm:prSet presAssocID="{91EB4A3D-0515-48D2-BB41-3F47D3788655}" presName="topSpace" presStyleCnt="0"/>
      <dgm:spPr/>
    </dgm:pt>
    <dgm:pt modelId="{FBD31250-ABDB-413C-89DD-2E7E90BF9F7B}" type="pres">
      <dgm:prSet presAssocID="{91EB4A3D-0515-48D2-BB41-3F47D3788655}" presName="firstComp" presStyleCnt="0"/>
      <dgm:spPr/>
    </dgm:pt>
    <dgm:pt modelId="{EC472B1E-E432-479C-8377-7054A962AA8F}" type="pres">
      <dgm:prSet presAssocID="{91EB4A3D-0515-48D2-BB41-3F47D3788655}" presName="firstChild" presStyleLbl="bgAccFollowNode1" presStyleIdx="1" presStyleCnt="2"/>
      <dgm:spPr/>
    </dgm:pt>
    <dgm:pt modelId="{D15E6B33-2267-4206-957C-1EC42FDB76AC}" type="pres">
      <dgm:prSet presAssocID="{91EB4A3D-0515-48D2-BB41-3F47D3788655}" presName="firstChildTx" presStyleLbl="bgAccFollowNode1" presStyleIdx="1" presStyleCnt="2">
        <dgm:presLayoutVars>
          <dgm:bulletEnabled val="1"/>
        </dgm:presLayoutVars>
      </dgm:prSet>
      <dgm:spPr/>
    </dgm:pt>
    <dgm:pt modelId="{59B7CA4F-2C68-4FFD-842B-B029B46C3D88}" type="pres">
      <dgm:prSet presAssocID="{91EB4A3D-0515-48D2-BB41-3F47D3788655}" presName="negSpace" presStyleCnt="0"/>
      <dgm:spPr/>
    </dgm:pt>
    <dgm:pt modelId="{57C290D8-C75C-4FC8-84AB-D99FB5617535}" type="pres">
      <dgm:prSet presAssocID="{91EB4A3D-0515-48D2-BB41-3F47D3788655}" presName="circle" presStyleLbl="node1" presStyleIdx="1" presStyleCnt="2"/>
      <dgm:spPr/>
    </dgm:pt>
  </dgm:ptLst>
  <dgm:cxnLst>
    <dgm:cxn modelId="{DBF1AE5C-333C-4164-A413-0E16F85B286A}" srcId="{5ADA5B1D-5983-46D8-88E4-14359AEF0088}" destId="{9963AAC1-E36B-4751-9471-7C6B6EA19D8A}" srcOrd="0" destOrd="0" parTransId="{0157E21C-9782-4392-8F09-342A924F5843}" sibTransId="{263EDB05-D9FC-4A7B-B6CF-FAD5B6AC6749}"/>
    <dgm:cxn modelId="{F67C8553-4DDB-419B-909C-3D615ECCABC8}" type="presOf" srcId="{E216B5E8-5294-4973-A843-BFB832BF5AA3}" destId="{D15E6B33-2267-4206-957C-1EC42FDB76AC}" srcOrd="1" destOrd="0" presId="urn:microsoft.com/office/officeart/2005/8/layout/hList9"/>
    <dgm:cxn modelId="{A2BBBE75-65ED-4447-B517-CA6A78872064}" type="presOf" srcId="{91EB4A3D-0515-48D2-BB41-3F47D3788655}" destId="{57C290D8-C75C-4FC8-84AB-D99FB5617535}" srcOrd="0" destOrd="0" presId="urn:microsoft.com/office/officeart/2005/8/layout/hList9"/>
    <dgm:cxn modelId="{F3705858-020D-4531-8041-A00D6FFA209A}" type="presOf" srcId="{5ADA5B1D-5983-46D8-88E4-14359AEF0088}" destId="{480B7CA1-2A41-41B9-B968-49C20A03BD7A}" srcOrd="0" destOrd="0" presId="urn:microsoft.com/office/officeart/2005/8/layout/hList9"/>
    <dgm:cxn modelId="{7CFBAD97-D673-48A6-9E19-16AD5C184FDF}" type="presOf" srcId="{9963AAC1-E36B-4751-9471-7C6B6EA19D8A}" destId="{8AD90C27-A22F-4B0A-8652-A013D88D7E1E}" srcOrd="0" destOrd="0" presId="urn:microsoft.com/office/officeart/2005/8/layout/hList9"/>
    <dgm:cxn modelId="{4DC9CAA5-97BB-42B0-8FA7-1DE6E355B93F}" type="presOf" srcId="{E216B5E8-5294-4973-A843-BFB832BF5AA3}" destId="{EC472B1E-E432-479C-8377-7054A962AA8F}" srcOrd="0" destOrd="0" presId="urn:microsoft.com/office/officeart/2005/8/layout/hList9"/>
    <dgm:cxn modelId="{7869AEB0-93D1-4E6A-B92B-275F2CD5CCD1}" srcId="{9963AAC1-E36B-4751-9471-7C6B6EA19D8A}" destId="{07BA500E-E036-4C9C-BAFD-9AAF67256102}" srcOrd="0" destOrd="0" parTransId="{FA773905-DC2D-485D-9AA2-A2A1FED7C19A}" sibTransId="{E20AA658-7FDF-4438-9C1F-525796BDC8E0}"/>
    <dgm:cxn modelId="{A9FB91B3-6420-4E78-B0B9-C16FC9550D2D}" type="presOf" srcId="{07BA500E-E036-4C9C-BAFD-9AAF67256102}" destId="{0B6BA9D0-F32E-47C4-BDA8-02C0C3437A82}" srcOrd="0" destOrd="0" presId="urn:microsoft.com/office/officeart/2005/8/layout/hList9"/>
    <dgm:cxn modelId="{0B1D89C7-6995-4C23-8807-2D152EE6FA26}" srcId="{91EB4A3D-0515-48D2-BB41-3F47D3788655}" destId="{E216B5E8-5294-4973-A843-BFB832BF5AA3}" srcOrd="0" destOrd="0" parTransId="{A406D73F-7137-4ADE-A0C4-F3845C89E3A0}" sibTransId="{08E5DF1E-85D1-43D5-AEE7-FCC55B17B337}"/>
    <dgm:cxn modelId="{E81368E1-1C60-455F-9B8A-F98672545998}" type="presOf" srcId="{07BA500E-E036-4C9C-BAFD-9AAF67256102}" destId="{3106BAC7-6003-4BD8-83C0-C2F7B05D8BB8}" srcOrd="1" destOrd="0" presId="urn:microsoft.com/office/officeart/2005/8/layout/hList9"/>
    <dgm:cxn modelId="{BD05A2F0-5022-405A-B239-4195817882BE}" srcId="{5ADA5B1D-5983-46D8-88E4-14359AEF0088}" destId="{91EB4A3D-0515-48D2-BB41-3F47D3788655}" srcOrd="1" destOrd="0" parTransId="{885B5ECE-D97F-47F2-B69F-06D36A52173D}" sibTransId="{3A5E9372-E312-4739-9E33-22E3058EC01E}"/>
    <dgm:cxn modelId="{09B78734-71A3-4C0B-92D3-36DE5BD6E611}" type="presParOf" srcId="{480B7CA1-2A41-41B9-B968-49C20A03BD7A}" destId="{9918E037-1888-4790-A0A7-13E4C952C44A}" srcOrd="0" destOrd="0" presId="urn:microsoft.com/office/officeart/2005/8/layout/hList9"/>
    <dgm:cxn modelId="{7F97A8DC-C63F-4AFC-A2A5-E60B8439423D}" type="presParOf" srcId="{480B7CA1-2A41-41B9-B968-49C20A03BD7A}" destId="{0DD2ACED-5F87-47A6-8C28-345097E6A25D}" srcOrd="1" destOrd="0" presId="urn:microsoft.com/office/officeart/2005/8/layout/hList9"/>
    <dgm:cxn modelId="{F9C33264-8487-448C-9908-FCC0999254C2}" type="presParOf" srcId="{0DD2ACED-5F87-47A6-8C28-345097E6A25D}" destId="{90EFDE4A-4025-4A28-8322-E94143D52F79}" srcOrd="0" destOrd="0" presId="urn:microsoft.com/office/officeart/2005/8/layout/hList9"/>
    <dgm:cxn modelId="{75E21822-CDB1-400B-B687-1E159B1B4707}" type="presParOf" srcId="{0DD2ACED-5F87-47A6-8C28-345097E6A25D}" destId="{43D5E46C-E5BC-44AB-8C21-C58515706C16}" srcOrd="1" destOrd="0" presId="urn:microsoft.com/office/officeart/2005/8/layout/hList9"/>
    <dgm:cxn modelId="{414A38EE-1EA5-4E4D-B26C-F6011BA7F355}" type="presParOf" srcId="{43D5E46C-E5BC-44AB-8C21-C58515706C16}" destId="{0B6BA9D0-F32E-47C4-BDA8-02C0C3437A82}" srcOrd="0" destOrd="0" presId="urn:microsoft.com/office/officeart/2005/8/layout/hList9"/>
    <dgm:cxn modelId="{71EDF7BB-27F9-42E9-BE86-B3028780FC08}" type="presParOf" srcId="{43D5E46C-E5BC-44AB-8C21-C58515706C16}" destId="{3106BAC7-6003-4BD8-83C0-C2F7B05D8BB8}" srcOrd="1" destOrd="0" presId="urn:microsoft.com/office/officeart/2005/8/layout/hList9"/>
    <dgm:cxn modelId="{551728EB-2196-4B18-97FC-9536C4766970}" type="presParOf" srcId="{480B7CA1-2A41-41B9-B968-49C20A03BD7A}" destId="{B8DF226F-EE47-429B-AB1A-C6EBB17F67C4}" srcOrd="2" destOrd="0" presId="urn:microsoft.com/office/officeart/2005/8/layout/hList9"/>
    <dgm:cxn modelId="{E9C6043B-F1B2-47E1-B791-CC7889A7B371}" type="presParOf" srcId="{480B7CA1-2A41-41B9-B968-49C20A03BD7A}" destId="{8AD90C27-A22F-4B0A-8652-A013D88D7E1E}" srcOrd="3" destOrd="0" presId="urn:microsoft.com/office/officeart/2005/8/layout/hList9"/>
    <dgm:cxn modelId="{FC5FAEDC-E84C-4C45-9FFD-59659C62E8DE}" type="presParOf" srcId="{480B7CA1-2A41-41B9-B968-49C20A03BD7A}" destId="{1127611E-492D-4D80-94AB-CA3903A49FF5}" srcOrd="4" destOrd="0" presId="urn:microsoft.com/office/officeart/2005/8/layout/hList9"/>
    <dgm:cxn modelId="{EC85650D-B25E-4EBF-8184-7E695AFE3E6F}" type="presParOf" srcId="{480B7CA1-2A41-41B9-B968-49C20A03BD7A}" destId="{1E164559-7780-4817-B63F-27573054D865}" srcOrd="5" destOrd="0" presId="urn:microsoft.com/office/officeart/2005/8/layout/hList9"/>
    <dgm:cxn modelId="{7FF82991-735A-48A4-A56F-B20805AAB922}" type="presParOf" srcId="{480B7CA1-2A41-41B9-B968-49C20A03BD7A}" destId="{60DD47CF-3320-455B-BF8E-2AC8B3618AC6}" srcOrd="6" destOrd="0" presId="urn:microsoft.com/office/officeart/2005/8/layout/hList9"/>
    <dgm:cxn modelId="{876F3B9E-81B5-4261-85C9-9EACEEA983C3}" type="presParOf" srcId="{60DD47CF-3320-455B-BF8E-2AC8B3618AC6}" destId="{0B68C95F-60D5-4AE9-9F42-12F9FF80B018}" srcOrd="0" destOrd="0" presId="urn:microsoft.com/office/officeart/2005/8/layout/hList9"/>
    <dgm:cxn modelId="{5757D751-BCD6-4496-A740-E06F53041892}" type="presParOf" srcId="{60DD47CF-3320-455B-BF8E-2AC8B3618AC6}" destId="{FBD31250-ABDB-413C-89DD-2E7E90BF9F7B}" srcOrd="1" destOrd="0" presId="urn:microsoft.com/office/officeart/2005/8/layout/hList9"/>
    <dgm:cxn modelId="{7D699341-1B36-4291-9298-1CAB649903A5}" type="presParOf" srcId="{FBD31250-ABDB-413C-89DD-2E7E90BF9F7B}" destId="{EC472B1E-E432-479C-8377-7054A962AA8F}" srcOrd="0" destOrd="0" presId="urn:microsoft.com/office/officeart/2005/8/layout/hList9"/>
    <dgm:cxn modelId="{5EBC1032-7F47-43B9-816E-4286371FA962}" type="presParOf" srcId="{FBD31250-ABDB-413C-89DD-2E7E90BF9F7B}" destId="{D15E6B33-2267-4206-957C-1EC42FDB76AC}" srcOrd="1" destOrd="0" presId="urn:microsoft.com/office/officeart/2005/8/layout/hList9"/>
    <dgm:cxn modelId="{34B09B5D-4B0B-491C-98F8-E1056DCB2C2B}" type="presParOf" srcId="{480B7CA1-2A41-41B9-B968-49C20A03BD7A}" destId="{59B7CA4F-2C68-4FFD-842B-B029B46C3D88}" srcOrd="7" destOrd="0" presId="urn:microsoft.com/office/officeart/2005/8/layout/hList9"/>
    <dgm:cxn modelId="{9F09C784-E37D-4B6F-A723-6C732CD15D08}" type="presParOf" srcId="{480B7CA1-2A41-41B9-B968-49C20A03BD7A}" destId="{57C290D8-C75C-4FC8-84AB-D99FB5617535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DA5B1D-5983-46D8-88E4-14359AEF0088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963AAC1-E36B-4751-9471-7C6B6EA19D8A}">
      <dgm:prSet phldrT="[Texto]" phldr="0"/>
      <dgm:spPr/>
      <dgm:t>
        <a:bodyPr/>
        <a:lstStyle/>
        <a:p>
          <a:r>
            <a:rPr lang="es-ES">
              <a:latin typeface="Aptos Display" panose="02110004020202020204"/>
            </a:rPr>
            <a:t>10%</a:t>
          </a:r>
          <a:endParaRPr lang="es-ES"/>
        </a:p>
      </dgm:t>
    </dgm:pt>
    <dgm:pt modelId="{0157E21C-9782-4392-8F09-342A924F5843}" type="parTrans" cxnId="{DBF1AE5C-333C-4164-A413-0E16F85B286A}">
      <dgm:prSet/>
      <dgm:spPr/>
      <dgm:t>
        <a:bodyPr/>
        <a:lstStyle/>
        <a:p>
          <a:endParaRPr lang="es-ES"/>
        </a:p>
      </dgm:t>
    </dgm:pt>
    <dgm:pt modelId="{263EDB05-D9FC-4A7B-B6CF-FAD5B6AC6749}" type="sibTrans" cxnId="{DBF1AE5C-333C-4164-A413-0E16F85B286A}">
      <dgm:prSet/>
      <dgm:spPr/>
      <dgm:t>
        <a:bodyPr/>
        <a:lstStyle/>
        <a:p>
          <a:endParaRPr lang="es-ES"/>
        </a:p>
      </dgm:t>
    </dgm:pt>
    <dgm:pt modelId="{91EB4A3D-0515-48D2-BB41-3F47D3788655}">
      <dgm:prSet phldrT="[Texto]" phldr="0"/>
      <dgm:spPr/>
      <dgm:t>
        <a:bodyPr/>
        <a:lstStyle/>
        <a:p>
          <a:r>
            <a:rPr lang="es-ES" sz="1800">
              <a:latin typeface="Aptos Display" panose="02110004020202020204"/>
            </a:rPr>
            <a:t>10%</a:t>
          </a:r>
          <a:endParaRPr lang="es-ES" sz="1800"/>
        </a:p>
      </dgm:t>
    </dgm:pt>
    <dgm:pt modelId="{885B5ECE-D97F-47F2-B69F-06D36A52173D}" type="parTrans" cxnId="{BD05A2F0-5022-405A-B239-4195817882BE}">
      <dgm:prSet/>
      <dgm:spPr/>
      <dgm:t>
        <a:bodyPr/>
        <a:lstStyle/>
        <a:p>
          <a:endParaRPr lang="es-ES"/>
        </a:p>
      </dgm:t>
    </dgm:pt>
    <dgm:pt modelId="{3A5E9372-E312-4739-9E33-22E3058EC01E}" type="sibTrans" cxnId="{BD05A2F0-5022-405A-B239-4195817882BE}">
      <dgm:prSet/>
      <dgm:spPr/>
      <dgm:t>
        <a:bodyPr/>
        <a:lstStyle/>
        <a:p>
          <a:endParaRPr lang="es-ES"/>
        </a:p>
      </dgm:t>
    </dgm:pt>
    <dgm:pt modelId="{E216B5E8-5294-4973-A843-BFB832BF5AA3}">
      <dgm:prSet phldrT="[Texto]" phldr="0"/>
      <dgm:spPr/>
      <dgm:t>
        <a:bodyPr/>
        <a:lstStyle/>
        <a:p>
          <a:pPr rtl="0"/>
          <a:r>
            <a:rPr lang="es-ES">
              <a:latin typeface="Aptos Display" panose="02110004020202020204"/>
            </a:rPr>
            <a:t>Gestión de proyecto y avance de escaneo </a:t>
          </a:r>
          <a:endParaRPr lang="es-ES"/>
        </a:p>
      </dgm:t>
    </dgm:pt>
    <dgm:pt modelId="{A406D73F-7137-4ADE-A0C4-F3845C89E3A0}" type="parTrans" cxnId="{0B1D89C7-6995-4C23-8807-2D152EE6FA26}">
      <dgm:prSet/>
      <dgm:spPr/>
      <dgm:t>
        <a:bodyPr/>
        <a:lstStyle/>
        <a:p>
          <a:endParaRPr lang="es-ES"/>
        </a:p>
      </dgm:t>
    </dgm:pt>
    <dgm:pt modelId="{08E5DF1E-85D1-43D5-AEE7-FCC55B17B337}" type="sibTrans" cxnId="{0B1D89C7-6995-4C23-8807-2D152EE6FA26}">
      <dgm:prSet/>
      <dgm:spPr/>
      <dgm:t>
        <a:bodyPr/>
        <a:lstStyle/>
        <a:p>
          <a:endParaRPr lang="es-ES"/>
        </a:p>
      </dgm:t>
    </dgm:pt>
    <dgm:pt modelId="{31F6ED51-8DCB-445E-932B-81F1DE18EA41}">
      <dgm:prSet phldrT="[Texto]" phldr="0"/>
      <dgm:spPr/>
      <dgm:t>
        <a:bodyPr/>
        <a:lstStyle/>
        <a:p>
          <a:pPr rtl="0"/>
          <a:r>
            <a:rPr lang="es-ES">
              <a:latin typeface="Aptos Display" panose="02110004020202020204"/>
            </a:rPr>
            <a:t>Interfaz de usuario</a:t>
          </a:r>
          <a:endParaRPr lang="es-ES"/>
        </a:p>
      </dgm:t>
    </dgm:pt>
    <dgm:pt modelId="{A3403859-6BF1-43AD-87D9-CC99CB9CC905}" type="parTrans" cxnId="{3901C083-48DA-4C18-BF0D-E60FDF944477}">
      <dgm:prSet/>
      <dgm:spPr/>
      <dgm:t>
        <a:bodyPr/>
        <a:lstStyle/>
        <a:p>
          <a:endParaRPr lang="es-MX"/>
        </a:p>
      </dgm:t>
    </dgm:pt>
    <dgm:pt modelId="{2410DAA3-9B06-46E2-A8BF-E59C872A3E63}" type="sibTrans" cxnId="{3901C083-48DA-4C18-BF0D-E60FDF944477}">
      <dgm:prSet/>
      <dgm:spPr/>
      <dgm:t>
        <a:bodyPr/>
        <a:lstStyle/>
        <a:p>
          <a:endParaRPr lang="es-MX"/>
        </a:p>
      </dgm:t>
    </dgm:pt>
    <dgm:pt modelId="{480B7CA1-2A41-41B9-B968-49C20A03BD7A}" type="pres">
      <dgm:prSet presAssocID="{5ADA5B1D-5983-46D8-88E4-14359AEF0088}" presName="list" presStyleCnt="0">
        <dgm:presLayoutVars>
          <dgm:dir/>
          <dgm:animLvl val="lvl"/>
        </dgm:presLayoutVars>
      </dgm:prSet>
      <dgm:spPr/>
    </dgm:pt>
    <dgm:pt modelId="{9918E037-1888-4790-A0A7-13E4C952C44A}" type="pres">
      <dgm:prSet presAssocID="{9963AAC1-E36B-4751-9471-7C6B6EA19D8A}" presName="posSpace" presStyleCnt="0"/>
      <dgm:spPr/>
    </dgm:pt>
    <dgm:pt modelId="{0DD2ACED-5F87-47A6-8C28-345097E6A25D}" type="pres">
      <dgm:prSet presAssocID="{9963AAC1-E36B-4751-9471-7C6B6EA19D8A}" presName="vertFlow" presStyleCnt="0"/>
      <dgm:spPr/>
    </dgm:pt>
    <dgm:pt modelId="{90EFDE4A-4025-4A28-8322-E94143D52F79}" type="pres">
      <dgm:prSet presAssocID="{9963AAC1-E36B-4751-9471-7C6B6EA19D8A}" presName="topSpace" presStyleCnt="0"/>
      <dgm:spPr/>
    </dgm:pt>
    <dgm:pt modelId="{43D5E46C-E5BC-44AB-8C21-C58515706C16}" type="pres">
      <dgm:prSet presAssocID="{9963AAC1-E36B-4751-9471-7C6B6EA19D8A}" presName="firstComp" presStyleCnt="0"/>
      <dgm:spPr/>
    </dgm:pt>
    <dgm:pt modelId="{0B6BA9D0-F32E-47C4-BDA8-02C0C3437A82}" type="pres">
      <dgm:prSet presAssocID="{9963AAC1-E36B-4751-9471-7C6B6EA19D8A}" presName="firstChild" presStyleLbl="bgAccFollowNode1" presStyleIdx="0" presStyleCnt="2"/>
      <dgm:spPr/>
    </dgm:pt>
    <dgm:pt modelId="{3106BAC7-6003-4BD8-83C0-C2F7B05D8BB8}" type="pres">
      <dgm:prSet presAssocID="{9963AAC1-E36B-4751-9471-7C6B6EA19D8A}" presName="firstChildTx" presStyleLbl="bgAccFollowNode1" presStyleIdx="0" presStyleCnt="2">
        <dgm:presLayoutVars>
          <dgm:bulletEnabled val="1"/>
        </dgm:presLayoutVars>
      </dgm:prSet>
      <dgm:spPr/>
    </dgm:pt>
    <dgm:pt modelId="{B8DF226F-EE47-429B-AB1A-C6EBB17F67C4}" type="pres">
      <dgm:prSet presAssocID="{9963AAC1-E36B-4751-9471-7C6B6EA19D8A}" presName="negSpace" presStyleCnt="0"/>
      <dgm:spPr/>
    </dgm:pt>
    <dgm:pt modelId="{8AD90C27-A22F-4B0A-8652-A013D88D7E1E}" type="pres">
      <dgm:prSet presAssocID="{9963AAC1-E36B-4751-9471-7C6B6EA19D8A}" presName="circle" presStyleLbl="node1" presStyleIdx="0" presStyleCnt="2"/>
      <dgm:spPr/>
    </dgm:pt>
    <dgm:pt modelId="{1127611E-492D-4D80-94AB-CA3903A49FF5}" type="pres">
      <dgm:prSet presAssocID="{263EDB05-D9FC-4A7B-B6CF-FAD5B6AC6749}" presName="transSpace" presStyleCnt="0"/>
      <dgm:spPr/>
    </dgm:pt>
    <dgm:pt modelId="{1E164559-7780-4817-B63F-27573054D865}" type="pres">
      <dgm:prSet presAssocID="{91EB4A3D-0515-48D2-BB41-3F47D3788655}" presName="posSpace" presStyleCnt="0"/>
      <dgm:spPr/>
    </dgm:pt>
    <dgm:pt modelId="{60DD47CF-3320-455B-BF8E-2AC8B3618AC6}" type="pres">
      <dgm:prSet presAssocID="{91EB4A3D-0515-48D2-BB41-3F47D3788655}" presName="vertFlow" presStyleCnt="0"/>
      <dgm:spPr/>
    </dgm:pt>
    <dgm:pt modelId="{0B68C95F-60D5-4AE9-9F42-12F9FF80B018}" type="pres">
      <dgm:prSet presAssocID="{91EB4A3D-0515-48D2-BB41-3F47D3788655}" presName="topSpace" presStyleCnt="0"/>
      <dgm:spPr/>
    </dgm:pt>
    <dgm:pt modelId="{FBD31250-ABDB-413C-89DD-2E7E90BF9F7B}" type="pres">
      <dgm:prSet presAssocID="{91EB4A3D-0515-48D2-BB41-3F47D3788655}" presName="firstComp" presStyleCnt="0"/>
      <dgm:spPr/>
    </dgm:pt>
    <dgm:pt modelId="{EC472B1E-E432-479C-8377-7054A962AA8F}" type="pres">
      <dgm:prSet presAssocID="{91EB4A3D-0515-48D2-BB41-3F47D3788655}" presName="firstChild" presStyleLbl="bgAccFollowNode1" presStyleIdx="1" presStyleCnt="2"/>
      <dgm:spPr/>
    </dgm:pt>
    <dgm:pt modelId="{D15E6B33-2267-4206-957C-1EC42FDB76AC}" type="pres">
      <dgm:prSet presAssocID="{91EB4A3D-0515-48D2-BB41-3F47D3788655}" presName="firstChildTx" presStyleLbl="bgAccFollowNode1" presStyleIdx="1" presStyleCnt="2">
        <dgm:presLayoutVars>
          <dgm:bulletEnabled val="1"/>
        </dgm:presLayoutVars>
      </dgm:prSet>
      <dgm:spPr/>
    </dgm:pt>
    <dgm:pt modelId="{59B7CA4F-2C68-4FFD-842B-B029B46C3D88}" type="pres">
      <dgm:prSet presAssocID="{91EB4A3D-0515-48D2-BB41-3F47D3788655}" presName="negSpace" presStyleCnt="0"/>
      <dgm:spPr/>
    </dgm:pt>
    <dgm:pt modelId="{57C290D8-C75C-4FC8-84AB-D99FB5617535}" type="pres">
      <dgm:prSet presAssocID="{91EB4A3D-0515-48D2-BB41-3F47D3788655}" presName="circle" presStyleLbl="node1" presStyleIdx="1" presStyleCnt="2"/>
      <dgm:spPr/>
    </dgm:pt>
  </dgm:ptLst>
  <dgm:cxnLst>
    <dgm:cxn modelId="{0EEC7E1F-60D1-4253-814A-C7818A8F512E}" type="presOf" srcId="{31F6ED51-8DCB-445E-932B-81F1DE18EA41}" destId="{3106BAC7-6003-4BD8-83C0-C2F7B05D8BB8}" srcOrd="1" destOrd="0" presId="urn:microsoft.com/office/officeart/2005/8/layout/hList9"/>
    <dgm:cxn modelId="{FADF002F-F3DE-4383-9A4F-513EEB7BBE17}" type="presOf" srcId="{E216B5E8-5294-4973-A843-BFB832BF5AA3}" destId="{D15E6B33-2267-4206-957C-1EC42FDB76AC}" srcOrd="1" destOrd="0" presId="urn:microsoft.com/office/officeart/2005/8/layout/hList9"/>
    <dgm:cxn modelId="{DBF1AE5C-333C-4164-A413-0E16F85B286A}" srcId="{5ADA5B1D-5983-46D8-88E4-14359AEF0088}" destId="{9963AAC1-E36B-4751-9471-7C6B6EA19D8A}" srcOrd="0" destOrd="0" parTransId="{0157E21C-9782-4392-8F09-342A924F5843}" sibTransId="{263EDB05-D9FC-4A7B-B6CF-FAD5B6AC6749}"/>
    <dgm:cxn modelId="{9E079A77-C5F3-42F2-85FA-CB389E81FE55}" type="presOf" srcId="{91EB4A3D-0515-48D2-BB41-3F47D3788655}" destId="{57C290D8-C75C-4FC8-84AB-D99FB5617535}" srcOrd="0" destOrd="0" presId="urn:microsoft.com/office/officeart/2005/8/layout/hList9"/>
    <dgm:cxn modelId="{F3705858-020D-4531-8041-A00D6FFA209A}" type="presOf" srcId="{5ADA5B1D-5983-46D8-88E4-14359AEF0088}" destId="{480B7CA1-2A41-41B9-B968-49C20A03BD7A}" srcOrd="0" destOrd="0" presId="urn:microsoft.com/office/officeart/2005/8/layout/hList9"/>
    <dgm:cxn modelId="{3901C083-48DA-4C18-BF0D-E60FDF944477}" srcId="{9963AAC1-E36B-4751-9471-7C6B6EA19D8A}" destId="{31F6ED51-8DCB-445E-932B-81F1DE18EA41}" srcOrd="0" destOrd="0" parTransId="{A3403859-6BF1-43AD-87D9-CC99CB9CC905}" sibTransId="{2410DAA3-9B06-46E2-A8BF-E59C872A3E63}"/>
    <dgm:cxn modelId="{0B1D89C7-6995-4C23-8807-2D152EE6FA26}" srcId="{91EB4A3D-0515-48D2-BB41-3F47D3788655}" destId="{E216B5E8-5294-4973-A843-BFB832BF5AA3}" srcOrd="0" destOrd="0" parTransId="{A406D73F-7137-4ADE-A0C4-F3845C89E3A0}" sibTransId="{08E5DF1E-85D1-43D5-AEE7-FCC55B17B337}"/>
    <dgm:cxn modelId="{3F7A79CA-488B-4321-937B-0FF47B518A85}" type="presOf" srcId="{E216B5E8-5294-4973-A843-BFB832BF5AA3}" destId="{EC472B1E-E432-479C-8377-7054A962AA8F}" srcOrd="0" destOrd="0" presId="urn:microsoft.com/office/officeart/2005/8/layout/hList9"/>
    <dgm:cxn modelId="{A9C6C2CF-A178-4909-AE10-891505EBA6B9}" type="presOf" srcId="{9963AAC1-E36B-4751-9471-7C6B6EA19D8A}" destId="{8AD90C27-A22F-4B0A-8652-A013D88D7E1E}" srcOrd="0" destOrd="0" presId="urn:microsoft.com/office/officeart/2005/8/layout/hList9"/>
    <dgm:cxn modelId="{C66D0DEF-D7C4-4417-9B4C-2C61F0A202E6}" type="presOf" srcId="{31F6ED51-8DCB-445E-932B-81F1DE18EA41}" destId="{0B6BA9D0-F32E-47C4-BDA8-02C0C3437A82}" srcOrd="0" destOrd="0" presId="urn:microsoft.com/office/officeart/2005/8/layout/hList9"/>
    <dgm:cxn modelId="{BD05A2F0-5022-405A-B239-4195817882BE}" srcId="{5ADA5B1D-5983-46D8-88E4-14359AEF0088}" destId="{91EB4A3D-0515-48D2-BB41-3F47D3788655}" srcOrd="1" destOrd="0" parTransId="{885B5ECE-D97F-47F2-B69F-06D36A52173D}" sibTransId="{3A5E9372-E312-4739-9E33-22E3058EC01E}"/>
    <dgm:cxn modelId="{5F3C40F3-31D0-4BB2-84F0-35FD63DFC26B}" type="presParOf" srcId="{480B7CA1-2A41-41B9-B968-49C20A03BD7A}" destId="{9918E037-1888-4790-A0A7-13E4C952C44A}" srcOrd="0" destOrd="0" presId="urn:microsoft.com/office/officeart/2005/8/layout/hList9"/>
    <dgm:cxn modelId="{A53334E3-5C32-4E89-95A0-0A62455B4076}" type="presParOf" srcId="{480B7CA1-2A41-41B9-B968-49C20A03BD7A}" destId="{0DD2ACED-5F87-47A6-8C28-345097E6A25D}" srcOrd="1" destOrd="0" presId="urn:microsoft.com/office/officeart/2005/8/layout/hList9"/>
    <dgm:cxn modelId="{05094240-B74B-4B88-BD08-1B2A2BD1BB63}" type="presParOf" srcId="{0DD2ACED-5F87-47A6-8C28-345097E6A25D}" destId="{90EFDE4A-4025-4A28-8322-E94143D52F79}" srcOrd="0" destOrd="0" presId="urn:microsoft.com/office/officeart/2005/8/layout/hList9"/>
    <dgm:cxn modelId="{2EFAEF1E-A498-4058-A95E-ACD676B83095}" type="presParOf" srcId="{0DD2ACED-5F87-47A6-8C28-345097E6A25D}" destId="{43D5E46C-E5BC-44AB-8C21-C58515706C16}" srcOrd="1" destOrd="0" presId="urn:microsoft.com/office/officeart/2005/8/layout/hList9"/>
    <dgm:cxn modelId="{D5DD1CF3-D38F-4D24-8FDE-F66589A8CC53}" type="presParOf" srcId="{43D5E46C-E5BC-44AB-8C21-C58515706C16}" destId="{0B6BA9D0-F32E-47C4-BDA8-02C0C3437A82}" srcOrd="0" destOrd="0" presId="urn:microsoft.com/office/officeart/2005/8/layout/hList9"/>
    <dgm:cxn modelId="{956FDAC4-EAB9-475C-A049-905B562D48A5}" type="presParOf" srcId="{43D5E46C-E5BC-44AB-8C21-C58515706C16}" destId="{3106BAC7-6003-4BD8-83C0-C2F7B05D8BB8}" srcOrd="1" destOrd="0" presId="urn:microsoft.com/office/officeart/2005/8/layout/hList9"/>
    <dgm:cxn modelId="{561852D5-EB90-4C2E-A1C6-D58372470C20}" type="presParOf" srcId="{480B7CA1-2A41-41B9-B968-49C20A03BD7A}" destId="{B8DF226F-EE47-429B-AB1A-C6EBB17F67C4}" srcOrd="2" destOrd="0" presId="urn:microsoft.com/office/officeart/2005/8/layout/hList9"/>
    <dgm:cxn modelId="{BD3D4D2C-BFF4-4746-9188-AB175883B1B1}" type="presParOf" srcId="{480B7CA1-2A41-41B9-B968-49C20A03BD7A}" destId="{8AD90C27-A22F-4B0A-8652-A013D88D7E1E}" srcOrd="3" destOrd="0" presId="urn:microsoft.com/office/officeart/2005/8/layout/hList9"/>
    <dgm:cxn modelId="{12386E59-931E-49F7-BEF6-9774944F1300}" type="presParOf" srcId="{480B7CA1-2A41-41B9-B968-49C20A03BD7A}" destId="{1127611E-492D-4D80-94AB-CA3903A49FF5}" srcOrd="4" destOrd="0" presId="urn:microsoft.com/office/officeart/2005/8/layout/hList9"/>
    <dgm:cxn modelId="{85B62F26-1C6B-47B4-9582-789A915A7817}" type="presParOf" srcId="{480B7CA1-2A41-41B9-B968-49C20A03BD7A}" destId="{1E164559-7780-4817-B63F-27573054D865}" srcOrd="5" destOrd="0" presId="urn:microsoft.com/office/officeart/2005/8/layout/hList9"/>
    <dgm:cxn modelId="{E53091E6-BB59-4BD6-92E3-47C25096058E}" type="presParOf" srcId="{480B7CA1-2A41-41B9-B968-49C20A03BD7A}" destId="{60DD47CF-3320-455B-BF8E-2AC8B3618AC6}" srcOrd="6" destOrd="0" presId="urn:microsoft.com/office/officeart/2005/8/layout/hList9"/>
    <dgm:cxn modelId="{4DCCA547-A2D8-4F63-B87A-A27E6047DFF4}" type="presParOf" srcId="{60DD47CF-3320-455B-BF8E-2AC8B3618AC6}" destId="{0B68C95F-60D5-4AE9-9F42-12F9FF80B018}" srcOrd="0" destOrd="0" presId="urn:microsoft.com/office/officeart/2005/8/layout/hList9"/>
    <dgm:cxn modelId="{7A2D052E-120B-45A7-B487-F1E41660DF1C}" type="presParOf" srcId="{60DD47CF-3320-455B-BF8E-2AC8B3618AC6}" destId="{FBD31250-ABDB-413C-89DD-2E7E90BF9F7B}" srcOrd="1" destOrd="0" presId="urn:microsoft.com/office/officeart/2005/8/layout/hList9"/>
    <dgm:cxn modelId="{9F5C02D2-34E1-414D-8294-87A0C7596AE6}" type="presParOf" srcId="{FBD31250-ABDB-413C-89DD-2E7E90BF9F7B}" destId="{EC472B1E-E432-479C-8377-7054A962AA8F}" srcOrd="0" destOrd="0" presId="urn:microsoft.com/office/officeart/2005/8/layout/hList9"/>
    <dgm:cxn modelId="{C41AD14C-72EE-409B-AA92-CA286DD75A97}" type="presParOf" srcId="{FBD31250-ABDB-413C-89DD-2E7E90BF9F7B}" destId="{D15E6B33-2267-4206-957C-1EC42FDB76AC}" srcOrd="1" destOrd="0" presId="urn:microsoft.com/office/officeart/2005/8/layout/hList9"/>
    <dgm:cxn modelId="{AB38B631-9BCA-479B-B038-C0000EF63B65}" type="presParOf" srcId="{480B7CA1-2A41-41B9-B968-49C20A03BD7A}" destId="{59B7CA4F-2C68-4FFD-842B-B029B46C3D88}" srcOrd="7" destOrd="0" presId="urn:microsoft.com/office/officeart/2005/8/layout/hList9"/>
    <dgm:cxn modelId="{10E7A1F9-A2A6-4F7B-A584-C7CD6CB6C8F8}" type="presParOf" srcId="{480B7CA1-2A41-41B9-B968-49C20A03BD7A}" destId="{57C290D8-C75C-4FC8-84AB-D99FB5617535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9F5A36-8F4E-4DC3-8ADF-FFCE7844DDD7}" type="doc">
      <dgm:prSet loTypeId="urn:microsoft.com/office/officeart/2005/8/layout/list1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ES"/>
        </a:p>
      </dgm:t>
    </dgm:pt>
    <dgm:pt modelId="{5C87F5CD-48F3-4028-8F68-37B66AFF502E}">
      <dgm:prSet phldrT="[Texto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PANTALLA DE INICIO</a:t>
          </a:r>
        </a:p>
      </dgm:t>
    </dgm:pt>
    <dgm:pt modelId="{63250344-9A0A-4F56-BC5C-56F95E76530A}" type="parTrans" cxnId="{CC3826DC-C8F3-48AF-ADD1-3ED93AEBFB51}">
      <dgm:prSet/>
      <dgm:spPr/>
      <dgm:t>
        <a:bodyPr/>
        <a:lstStyle/>
        <a:p>
          <a:endParaRPr lang="es-ES"/>
        </a:p>
      </dgm:t>
    </dgm:pt>
    <dgm:pt modelId="{5FCE6A79-6173-45F6-BD19-8B26CBD0E9DC}" type="sibTrans" cxnId="{CC3826DC-C8F3-48AF-ADD1-3ED93AEBFB51}">
      <dgm:prSet/>
      <dgm:spPr/>
      <dgm:t>
        <a:bodyPr/>
        <a:lstStyle/>
        <a:p>
          <a:endParaRPr lang="es-ES"/>
        </a:p>
      </dgm:t>
    </dgm:pt>
    <dgm:pt modelId="{EFE20FDA-F3B2-46B2-8560-1985EB07B88A}">
      <dgm:prSet phldrT="[Texto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CLASIFICACIÓN POR CATEGORIAS </a:t>
          </a:r>
        </a:p>
      </dgm:t>
    </dgm:pt>
    <dgm:pt modelId="{C8726134-60CA-4301-BC6E-C7632B32300A}" type="parTrans" cxnId="{EBE9C73B-FB9A-452C-AC25-F6A544FD0EF1}">
      <dgm:prSet/>
      <dgm:spPr/>
      <dgm:t>
        <a:bodyPr/>
        <a:lstStyle/>
        <a:p>
          <a:endParaRPr lang="es-ES"/>
        </a:p>
      </dgm:t>
    </dgm:pt>
    <dgm:pt modelId="{895F8B84-7386-4C1B-ABD6-31658E699899}" type="sibTrans" cxnId="{EBE9C73B-FB9A-452C-AC25-F6A544FD0EF1}">
      <dgm:prSet/>
      <dgm:spPr/>
      <dgm:t>
        <a:bodyPr/>
        <a:lstStyle/>
        <a:p>
          <a:endParaRPr lang="es-ES"/>
        </a:p>
      </dgm:t>
    </dgm:pt>
    <dgm:pt modelId="{19C5E0ED-2142-4ABC-828F-15692EFB32FE}">
      <dgm:prSet phldrT="[Texto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DETALLES DEL LIBRO (TITULO, AUTOR, DESCRIPCIÓN,ETC)</a:t>
          </a:r>
        </a:p>
      </dgm:t>
    </dgm:pt>
    <dgm:pt modelId="{D201A3ED-B3D0-4A5A-A27C-CE1EF1B5B68C}" type="parTrans" cxnId="{AA4E5D34-B2EF-40A5-B973-3A993F542983}">
      <dgm:prSet/>
      <dgm:spPr/>
      <dgm:t>
        <a:bodyPr/>
        <a:lstStyle/>
        <a:p>
          <a:endParaRPr lang="es-ES"/>
        </a:p>
      </dgm:t>
    </dgm:pt>
    <dgm:pt modelId="{749663D4-2B12-4813-9A20-04B0E8201D9C}" type="sibTrans" cxnId="{AA4E5D34-B2EF-40A5-B973-3A993F542983}">
      <dgm:prSet/>
      <dgm:spPr/>
      <dgm:t>
        <a:bodyPr/>
        <a:lstStyle/>
        <a:p>
          <a:endParaRPr lang="es-ES"/>
        </a:p>
      </dgm:t>
    </dgm:pt>
    <dgm:pt modelId="{5E9D8854-7DA0-4774-B0B2-E0441F6985CF}">
      <dgm:prSet phldrT="[Texto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NAVEGACIÓN ENTRE MODULOS</a:t>
          </a:r>
        </a:p>
      </dgm:t>
    </dgm:pt>
    <dgm:pt modelId="{48154212-567A-4EEE-84B1-D7AF4E24F438}" type="parTrans" cxnId="{2D61B9DB-969E-40D5-8004-70FFEC479A4F}">
      <dgm:prSet/>
      <dgm:spPr/>
      <dgm:t>
        <a:bodyPr/>
        <a:lstStyle/>
        <a:p>
          <a:endParaRPr lang="es-MX"/>
        </a:p>
      </dgm:t>
    </dgm:pt>
    <dgm:pt modelId="{4C8DED12-E665-4E73-B96C-29770EB1387D}" type="sibTrans" cxnId="{2D61B9DB-969E-40D5-8004-70FFEC479A4F}">
      <dgm:prSet/>
      <dgm:spPr/>
      <dgm:t>
        <a:bodyPr/>
        <a:lstStyle/>
        <a:p>
          <a:endParaRPr lang="es-MX"/>
        </a:p>
      </dgm:t>
    </dgm:pt>
    <dgm:pt modelId="{5597B240-0454-45D2-BD11-0AEC8FA99232}">
      <dgm:prSet phldrT="[Texto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9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DISEÑO DE INTERFAZ </a:t>
          </a:r>
        </a:p>
      </dgm:t>
    </dgm:pt>
    <dgm:pt modelId="{F43CC4E4-6B00-4A00-8AF3-6B552D94BA7B}" type="parTrans" cxnId="{8A8B35E6-90E5-4615-9BE5-D1BD1775DED1}">
      <dgm:prSet/>
      <dgm:spPr/>
      <dgm:t>
        <a:bodyPr/>
        <a:lstStyle/>
        <a:p>
          <a:endParaRPr lang="es-MX"/>
        </a:p>
      </dgm:t>
    </dgm:pt>
    <dgm:pt modelId="{1005587E-6261-488D-A0F8-0831CF951984}" type="sibTrans" cxnId="{8A8B35E6-90E5-4615-9BE5-D1BD1775DED1}">
      <dgm:prSet/>
      <dgm:spPr/>
      <dgm:t>
        <a:bodyPr/>
        <a:lstStyle/>
        <a:p>
          <a:endParaRPr lang="es-MX"/>
        </a:p>
      </dgm:t>
    </dgm:pt>
    <dgm:pt modelId="{60892D01-CE25-4F40-BF93-2452BB5745E3}" type="pres">
      <dgm:prSet presAssocID="{7B9F5A36-8F4E-4DC3-8ADF-FFCE7844DDD7}" presName="linear" presStyleCnt="0">
        <dgm:presLayoutVars>
          <dgm:dir/>
          <dgm:animLvl val="lvl"/>
          <dgm:resizeHandles val="exact"/>
        </dgm:presLayoutVars>
      </dgm:prSet>
      <dgm:spPr/>
    </dgm:pt>
    <dgm:pt modelId="{052DFFC1-400F-47D8-B60D-4448A0C94827}" type="pres">
      <dgm:prSet presAssocID="{5C87F5CD-48F3-4028-8F68-37B66AFF502E}" presName="parentLin" presStyleCnt="0"/>
      <dgm:spPr/>
    </dgm:pt>
    <dgm:pt modelId="{2E565FE8-F22E-41E8-8C71-5955FDFC59E5}" type="pres">
      <dgm:prSet presAssocID="{5C87F5CD-48F3-4028-8F68-37B66AFF502E}" presName="parentLeftMargin" presStyleLbl="node1" presStyleIdx="0" presStyleCnt="5"/>
      <dgm:spPr/>
    </dgm:pt>
    <dgm:pt modelId="{A0B2F89E-DD50-4C87-B7B7-6FC38C5ADC42}" type="pres">
      <dgm:prSet presAssocID="{5C87F5CD-48F3-4028-8F68-37B66AFF502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2CF5E3D-9E28-43F4-9EFB-DE9B17225ADA}" type="pres">
      <dgm:prSet presAssocID="{5C87F5CD-48F3-4028-8F68-37B66AFF502E}" presName="negativeSpace" presStyleCnt="0"/>
      <dgm:spPr/>
    </dgm:pt>
    <dgm:pt modelId="{68D50517-21DB-4F1B-9042-068C6E73F6CA}" type="pres">
      <dgm:prSet presAssocID="{5C87F5CD-48F3-4028-8F68-37B66AFF502E}" presName="childText" presStyleLbl="conFgAcc1" presStyleIdx="0" presStyleCnt="5">
        <dgm:presLayoutVars>
          <dgm:bulletEnabled val="1"/>
        </dgm:presLayoutVars>
      </dgm:prSet>
      <dgm:spPr/>
    </dgm:pt>
    <dgm:pt modelId="{37CFE3B5-4ADD-4FAB-8E30-48C93A1C3FE7}" type="pres">
      <dgm:prSet presAssocID="{5FCE6A79-6173-45F6-BD19-8B26CBD0E9DC}" presName="spaceBetweenRectangles" presStyleCnt="0"/>
      <dgm:spPr/>
    </dgm:pt>
    <dgm:pt modelId="{B7B21821-410C-4B55-99FF-7A33CCD1D755}" type="pres">
      <dgm:prSet presAssocID="{EFE20FDA-F3B2-46B2-8560-1985EB07B88A}" presName="parentLin" presStyleCnt="0"/>
      <dgm:spPr/>
    </dgm:pt>
    <dgm:pt modelId="{439FC683-CFDF-42DC-BEBA-64AC20500776}" type="pres">
      <dgm:prSet presAssocID="{EFE20FDA-F3B2-46B2-8560-1985EB07B88A}" presName="parentLeftMargin" presStyleLbl="node1" presStyleIdx="0" presStyleCnt="5"/>
      <dgm:spPr/>
    </dgm:pt>
    <dgm:pt modelId="{7B492931-C1E2-48A3-99D6-14C7B009780B}" type="pres">
      <dgm:prSet presAssocID="{EFE20FDA-F3B2-46B2-8560-1985EB07B88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E2DCA11-3CAD-4BF3-8E2B-E80B339E4A52}" type="pres">
      <dgm:prSet presAssocID="{EFE20FDA-F3B2-46B2-8560-1985EB07B88A}" presName="negativeSpace" presStyleCnt="0"/>
      <dgm:spPr/>
    </dgm:pt>
    <dgm:pt modelId="{F686BA06-9781-416E-A266-58383830936B}" type="pres">
      <dgm:prSet presAssocID="{EFE20FDA-F3B2-46B2-8560-1985EB07B88A}" presName="childText" presStyleLbl="conFgAcc1" presStyleIdx="1" presStyleCnt="5">
        <dgm:presLayoutVars>
          <dgm:bulletEnabled val="1"/>
        </dgm:presLayoutVars>
      </dgm:prSet>
      <dgm:spPr/>
    </dgm:pt>
    <dgm:pt modelId="{34D89591-DBF1-4674-8792-98988D8A222F}" type="pres">
      <dgm:prSet presAssocID="{895F8B84-7386-4C1B-ABD6-31658E699899}" presName="spaceBetweenRectangles" presStyleCnt="0"/>
      <dgm:spPr/>
    </dgm:pt>
    <dgm:pt modelId="{7555182A-C56E-4AC0-A931-95120C97D50B}" type="pres">
      <dgm:prSet presAssocID="{19C5E0ED-2142-4ABC-828F-15692EFB32FE}" presName="parentLin" presStyleCnt="0"/>
      <dgm:spPr/>
    </dgm:pt>
    <dgm:pt modelId="{B4252B1A-C1B7-424E-BB83-A59E763FD56C}" type="pres">
      <dgm:prSet presAssocID="{19C5E0ED-2142-4ABC-828F-15692EFB32FE}" presName="parentLeftMargin" presStyleLbl="node1" presStyleIdx="1" presStyleCnt="5"/>
      <dgm:spPr/>
    </dgm:pt>
    <dgm:pt modelId="{9195A2D8-36A1-4AD7-962B-FCF2A69DEBF6}" type="pres">
      <dgm:prSet presAssocID="{19C5E0ED-2142-4ABC-828F-15692EFB32F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7E40E3E-D663-4A14-97F5-69DD8B48D411}" type="pres">
      <dgm:prSet presAssocID="{19C5E0ED-2142-4ABC-828F-15692EFB32FE}" presName="negativeSpace" presStyleCnt="0"/>
      <dgm:spPr/>
    </dgm:pt>
    <dgm:pt modelId="{9A18B402-D9EB-4047-8068-E8ED348584E6}" type="pres">
      <dgm:prSet presAssocID="{19C5E0ED-2142-4ABC-828F-15692EFB32FE}" presName="childText" presStyleLbl="conFgAcc1" presStyleIdx="2" presStyleCnt="5">
        <dgm:presLayoutVars>
          <dgm:bulletEnabled val="1"/>
        </dgm:presLayoutVars>
      </dgm:prSet>
      <dgm:spPr/>
    </dgm:pt>
    <dgm:pt modelId="{C460A43F-8761-4AC7-9EBF-FD93EDF6EC2A}" type="pres">
      <dgm:prSet presAssocID="{749663D4-2B12-4813-9A20-04B0E8201D9C}" presName="spaceBetweenRectangles" presStyleCnt="0"/>
      <dgm:spPr/>
    </dgm:pt>
    <dgm:pt modelId="{79857286-8020-4063-A540-695568ED05BC}" type="pres">
      <dgm:prSet presAssocID="{5E9D8854-7DA0-4774-B0B2-E0441F6985CF}" presName="parentLin" presStyleCnt="0"/>
      <dgm:spPr/>
    </dgm:pt>
    <dgm:pt modelId="{F6F0C847-FF0D-4F77-B39C-96D0B42B24ED}" type="pres">
      <dgm:prSet presAssocID="{5E9D8854-7DA0-4774-B0B2-E0441F6985CF}" presName="parentLeftMargin" presStyleLbl="node1" presStyleIdx="2" presStyleCnt="5"/>
      <dgm:spPr/>
    </dgm:pt>
    <dgm:pt modelId="{8A2BE557-A3AB-4A0B-9112-CBA8FA9D1124}" type="pres">
      <dgm:prSet presAssocID="{5E9D8854-7DA0-4774-B0B2-E0441F6985C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C718539-32B0-4CFF-BF63-E78FF57662F5}" type="pres">
      <dgm:prSet presAssocID="{5E9D8854-7DA0-4774-B0B2-E0441F6985CF}" presName="negativeSpace" presStyleCnt="0"/>
      <dgm:spPr/>
    </dgm:pt>
    <dgm:pt modelId="{DC7AACCA-0911-4535-98D1-7F6F41BC1BC3}" type="pres">
      <dgm:prSet presAssocID="{5E9D8854-7DA0-4774-B0B2-E0441F6985CF}" presName="childText" presStyleLbl="conFgAcc1" presStyleIdx="3" presStyleCnt="5">
        <dgm:presLayoutVars>
          <dgm:bulletEnabled val="1"/>
        </dgm:presLayoutVars>
      </dgm:prSet>
      <dgm:spPr/>
    </dgm:pt>
    <dgm:pt modelId="{FF93CCCB-B496-4E5B-B2E7-3541D49C80F3}" type="pres">
      <dgm:prSet presAssocID="{4C8DED12-E665-4E73-B96C-29770EB1387D}" presName="spaceBetweenRectangles" presStyleCnt="0"/>
      <dgm:spPr/>
    </dgm:pt>
    <dgm:pt modelId="{2A2FCA52-0A94-43A5-A5E1-E8BA26DE5F3C}" type="pres">
      <dgm:prSet presAssocID="{5597B240-0454-45D2-BD11-0AEC8FA99232}" presName="parentLin" presStyleCnt="0"/>
      <dgm:spPr/>
    </dgm:pt>
    <dgm:pt modelId="{306142B4-75C3-4841-863C-C12C559B2926}" type="pres">
      <dgm:prSet presAssocID="{5597B240-0454-45D2-BD11-0AEC8FA99232}" presName="parentLeftMargin" presStyleLbl="node1" presStyleIdx="3" presStyleCnt="5"/>
      <dgm:spPr/>
    </dgm:pt>
    <dgm:pt modelId="{E8F4DAED-FF6E-42FB-842F-B4A63CA8051F}" type="pres">
      <dgm:prSet presAssocID="{5597B240-0454-45D2-BD11-0AEC8FA9923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7FFF796-6713-4FF0-AB85-924BB6DE71FB}" type="pres">
      <dgm:prSet presAssocID="{5597B240-0454-45D2-BD11-0AEC8FA99232}" presName="negativeSpace" presStyleCnt="0"/>
      <dgm:spPr/>
    </dgm:pt>
    <dgm:pt modelId="{439215A4-23F2-4B14-BA27-B43B5872BDDE}" type="pres">
      <dgm:prSet presAssocID="{5597B240-0454-45D2-BD11-0AEC8FA9923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E59A70F-56F5-4A60-870A-397CE64711E4}" type="presOf" srcId="{EFE20FDA-F3B2-46B2-8560-1985EB07B88A}" destId="{7B492931-C1E2-48A3-99D6-14C7B009780B}" srcOrd="1" destOrd="0" presId="urn:microsoft.com/office/officeart/2005/8/layout/list1"/>
    <dgm:cxn modelId="{8C18D11B-DD70-41BD-B19D-EF2E2839453A}" type="presOf" srcId="{EFE20FDA-F3B2-46B2-8560-1985EB07B88A}" destId="{439FC683-CFDF-42DC-BEBA-64AC20500776}" srcOrd="0" destOrd="0" presId="urn:microsoft.com/office/officeart/2005/8/layout/list1"/>
    <dgm:cxn modelId="{42E85A22-6ECC-44A2-9AA4-3DFA6E0BC9DA}" type="presOf" srcId="{5C87F5CD-48F3-4028-8F68-37B66AFF502E}" destId="{A0B2F89E-DD50-4C87-B7B7-6FC38C5ADC42}" srcOrd="1" destOrd="0" presId="urn:microsoft.com/office/officeart/2005/8/layout/list1"/>
    <dgm:cxn modelId="{E708C22A-7246-42AE-8127-D33411AB0F1D}" type="presOf" srcId="{5E9D8854-7DA0-4774-B0B2-E0441F6985CF}" destId="{F6F0C847-FF0D-4F77-B39C-96D0B42B24ED}" srcOrd="0" destOrd="0" presId="urn:microsoft.com/office/officeart/2005/8/layout/list1"/>
    <dgm:cxn modelId="{AA4E5D34-B2EF-40A5-B973-3A993F542983}" srcId="{7B9F5A36-8F4E-4DC3-8ADF-FFCE7844DDD7}" destId="{19C5E0ED-2142-4ABC-828F-15692EFB32FE}" srcOrd="2" destOrd="0" parTransId="{D201A3ED-B3D0-4A5A-A27C-CE1EF1B5B68C}" sibTransId="{749663D4-2B12-4813-9A20-04B0E8201D9C}"/>
    <dgm:cxn modelId="{EBE9C73B-FB9A-452C-AC25-F6A544FD0EF1}" srcId="{7B9F5A36-8F4E-4DC3-8ADF-FFCE7844DDD7}" destId="{EFE20FDA-F3B2-46B2-8560-1985EB07B88A}" srcOrd="1" destOrd="0" parTransId="{C8726134-60CA-4301-BC6E-C7632B32300A}" sibTransId="{895F8B84-7386-4C1B-ABD6-31658E699899}"/>
    <dgm:cxn modelId="{39AFB158-8829-4BFC-986C-C2F2716B6FE2}" type="presOf" srcId="{19C5E0ED-2142-4ABC-828F-15692EFB32FE}" destId="{B4252B1A-C1B7-424E-BB83-A59E763FD56C}" srcOrd="0" destOrd="0" presId="urn:microsoft.com/office/officeart/2005/8/layout/list1"/>
    <dgm:cxn modelId="{4E8CDD9C-AA7D-43D5-8B75-FD47E9526098}" type="presOf" srcId="{7B9F5A36-8F4E-4DC3-8ADF-FFCE7844DDD7}" destId="{60892D01-CE25-4F40-BF93-2452BB5745E3}" srcOrd="0" destOrd="0" presId="urn:microsoft.com/office/officeart/2005/8/layout/list1"/>
    <dgm:cxn modelId="{04C060A5-E7BB-4565-B37C-F91516465745}" type="presOf" srcId="{19C5E0ED-2142-4ABC-828F-15692EFB32FE}" destId="{9195A2D8-36A1-4AD7-962B-FCF2A69DEBF6}" srcOrd="1" destOrd="0" presId="urn:microsoft.com/office/officeart/2005/8/layout/list1"/>
    <dgm:cxn modelId="{911F36B4-F64A-42E3-A207-635A4E00B1DA}" type="presOf" srcId="{5597B240-0454-45D2-BD11-0AEC8FA99232}" destId="{306142B4-75C3-4841-863C-C12C559B2926}" srcOrd="0" destOrd="0" presId="urn:microsoft.com/office/officeart/2005/8/layout/list1"/>
    <dgm:cxn modelId="{70DA20B8-18CF-48F9-8947-530E5571D356}" type="presOf" srcId="{5C87F5CD-48F3-4028-8F68-37B66AFF502E}" destId="{2E565FE8-F22E-41E8-8C71-5955FDFC59E5}" srcOrd="0" destOrd="0" presId="urn:microsoft.com/office/officeart/2005/8/layout/list1"/>
    <dgm:cxn modelId="{2D61B9DB-969E-40D5-8004-70FFEC479A4F}" srcId="{7B9F5A36-8F4E-4DC3-8ADF-FFCE7844DDD7}" destId="{5E9D8854-7DA0-4774-B0B2-E0441F6985CF}" srcOrd="3" destOrd="0" parTransId="{48154212-567A-4EEE-84B1-D7AF4E24F438}" sibTransId="{4C8DED12-E665-4E73-B96C-29770EB1387D}"/>
    <dgm:cxn modelId="{CC3826DC-C8F3-48AF-ADD1-3ED93AEBFB51}" srcId="{7B9F5A36-8F4E-4DC3-8ADF-FFCE7844DDD7}" destId="{5C87F5CD-48F3-4028-8F68-37B66AFF502E}" srcOrd="0" destOrd="0" parTransId="{63250344-9A0A-4F56-BC5C-56F95E76530A}" sibTransId="{5FCE6A79-6173-45F6-BD19-8B26CBD0E9DC}"/>
    <dgm:cxn modelId="{8A8B35E6-90E5-4615-9BE5-D1BD1775DED1}" srcId="{7B9F5A36-8F4E-4DC3-8ADF-FFCE7844DDD7}" destId="{5597B240-0454-45D2-BD11-0AEC8FA99232}" srcOrd="4" destOrd="0" parTransId="{F43CC4E4-6B00-4A00-8AF3-6B552D94BA7B}" sibTransId="{1005587E-6261-488D-A0F8-0831CF951984}"/>
    <dgm:cxn modelId="{644187EA-0BAC-4325-9071-077CD4369765}" type="presOf" srcId="{5597B240-0454-45D2-BD11-0AEC8FA99232}" destId="{E8F4DAED-FF6E-42FB-842F-B4A63CA8051F}" srcOrd="1" destOrd="0" presId="urn:microsoft.com/office/officeart/2005/8/layout/list1"/>
    <dgm:cxn modelId="{FFF844F5-1D0E-4D44-A784-FEBBC1723B13}" type="presOf" srcId="{5E9D8854-7DA0-4774-B0B2-E0441F6985CF}" destId="{8A2BE557-A3AB-4A0B-9112-CBA8FA9D1124}" srcOrd="1" destOrd="0" presId="urn:microsoft.com/office/officeart/2005/8/layout/list1"/>
    <dgm:cxn modelId="{D6AE584A-5582-47AB-9E54-707032C966C9}" type="presParOf" srcId="{60892D01-CE25-4F40-BF93-2452BB5745E3}" destId="{052DFFC1-400F-47D8-B60D-4448A0C94827}" srcOrd="0" destOrd="0" presId="urn:microsoft.com/office/officeart/2005/8/layout/list1"/>
    <dgm:cxn modelId="{A4D21EB7-43C7-4F33-A122-504CE63F7EAA}" type="presParOf" srcId="{052DFFC1-400F-47D8-B60D-4448A0C94827}" destId="{2E565FE8-F22E-41E8-8C71-5955FDFC59E5}" srcOrd="0" destOrd="0" presId="urn:microsoft.com/office/officeart/2005/8/layout/list1"/>
    <dgm:cxn modelId="{6664FB48-174F-4091-9A7D-94106492291D}" type="presParOf" srcId="{052DFFC1-400F-47D8-B60D-4448A0C94827}" destId="{A0B2F89E-DD50-4C87-B7B7-6FC38C5ADC42}" srcOrd="1" destOrd="0" presId="urn:microsoft.com/office/officeart/2005/8/layout/list1"/>
    <dgm:cxn modelId="{1D27BBEC-E373-43DE-B2F9-A61227FA3C4A}" type="presParOf" srcId="{60892D01-CE25-4F40-BF93-2452BB5745E3}" destId="{A2CF5E3D-9E28-43F4-9EFB-DE9B17225ADA}" srcOrd="1" destOrd="0" presId="urn:microsoft.com/office/officeart/2005/8/layout/list1"/>
    <dgm:cxn modelId="{F6AE9956-E9CC-49EF-8E8C-76A5A092C418}" type="presParOf" srcId="{60892D01-CE25-4F40-BF93-2452BB5745E3}" destId="{68D50517-21DB-4F1B-9042-068C6E73F6CA}" srcOrd="2" destOrd="0" presId="urn:microsoft.com/office/officeart/2005/8/layout/list1"/>
    <dgm:cxn modelId="{62D88825-61A1-4660-9088-58B8705A97A3}" type="presParOf" srcId="{60892D01-CE25-4F40-BF93-2452BB5745E3}" destId="{37CFE3B5-4ADD-4FAB-8E30-48C93A1C3FE7}" srcOrd="3" destOrd="0" presId="urn:microsoft.com/office/officeart/2005/8/layout/list1"/>
    <dgm:cxn modelId="{D1726DCC-6745-43EB-926D-A4BFDF545900}" type="presParOf" srcId="{60892D01-CE25-4F40-BF93-2452BB5745E3}" destId="{B7B21821-410C-4B55-99FF-7A33CCD1D755}" srcOrd="4" destOrd="0" presId="urn:microsoft.com/office/officeart/2005/8/layout/list1"/>
    <dgm:cxn modelId="{54EA84DF-5D2B-46A1-B9C0-BE5450E20274}" type="presParOf" srcId="{B7B21821-410C-4B55-99FF-7A33CCD1D755}" destId="{439FC683-CFDF-42DC-BEBA-64AC20500776}" srcOrd="0" destOrd="0" presId="urn:microsoft.com/office/officeart/2005/8/layout/list1"/>
    <dgm:cxn modelId="{BE4E9EED-161D-4CA9-B3D5-C3549DF6BCD8}" type="presParOf" srcId="{B7B21821-410C-4B55-99FF-7A33CCD1D755}" destId="{7B492931-C1E2-48A3-99D6-14C7B009780B}" srcOrd="1" destOrd="0" presId="urn:microsoft.com/office/officeart/2005/8/layout/list1"/>
    <dgm:cxn modelId="{CEC8EC8D-5CEF-4313-A647-E295934F48C8}" type="presParOf" srcId="{60892D01-CE25-4F40-BF93-2452BB5745E3}" destId="{EE2DCA11-3CAD-4BF3-8E2B-E80B339E4A52}" srcOrd="5" destOrd="0" presId="urn:microsoft.com/office/officeart/2005/8/layout/list1"/>
    <dgm:cxn modelId="{341E0520-D8C3-40EB-BDB2-92EF30993950}" type="presParOf" srcId="{60892D01-CE25-4F40-BF93-2452BB5745E3}" destId="{F686BA06-9781-416E-A266-58383830936B}" srcOrd="6" destOrd="0" presId="urn:microsoft.com/office/officeart/2005/8/layout/list1"/>
    <dgm:cxn modelId="{C615616F-7604-4812-A097-736910918469}" type="presParOf" srcId="{60892D01-CE25-4F40-BF93-2452BB5745E3}" destId="{34D89591-DBF1-4674-8792-98988D8A222F}" srcOrd="7" destOrd="0" presId="urn:microsoft.com/office/officeart/2005/8/layout/list1"/>
    <dgm:cxn modelId="{058BB77F-96F1-4FF3-B40B-3FC12B97ECB4}" type="presParOf" srcId="{60892D01-CE25-4F40-BF93-2452BB5745E3}" destId="{7555182A-C56E-4AC0-A931-95120C97D50B}" srcOrd="8" destOrd="0" presId="urn:microsoft.com/office/officeart/2005/8/layout/list1"/>
    <dgm:cxn modelId="{CF9C9C52-FDCD-4BC4-AC18-315761BCE827}" type="presParOf" srcId="{7555182A-C56E-4AC0-A931-95120C97D50B}" destId="{B4252B1A-C1B7-424E-BB83-A59E763FD56C}" srcOrd="0" destOrd="0" presId="urn:microsoft.com/office/officeart/2005/8/layout/list1"/>
    <dgm:cxn modelId="{64DCD423-804E-482C-A382-895FE013B5BE}" type="presParOf" srcId="{7555182A-C56E-4AC0-A931-95120C97D50B}" destId="{9195A2D8-36A1-4AD7-962B-FCF2A69DEBF6}" srcOrd="1" destOrd="0" presId="urn:microsoft.com/office/officeart/2005/8/layout/list1"/>
    <dgm:cxn modelId="{06AE9742-3EAE-4D77-B749-298D594586E8}" type="presParOf" srcId="{60892D01-CE25-4F40-BF93-2452BB5745E3}" destId="{E7E40E3E-D663-4A14-97F5-69DD8B48D411}" srcOrd="9" destOrd="0" presId="urn:microsoft.com/office/officeart/2005/8/layout/list1"/>
    <dgm:cxn modelId="{4E4832E0-E0A2-46E5-91B1-B13B4FA982F5}" type="presParOf" srcId="{60892D01-CE25-4F40-BF93-2452BB5745E3}" destId="{9A18B402-D9EB-4047-8068-E8ED348584E6}" srcOrd="10" destOrd="0" presId="urn:microsoft.com/office/officeart/2005/8/layout/list1"/>
    <dgm:cxn modelId="{E8CBDC2F-6FAD-47BE-B1E0-B377C10BDBB0}" type="presParOf" srcId="{60892D01-CE25-4F40-BF93-2452BB5745E3}" destId="{C460A43F-8761-4AC7-9EBF-FD93EDF6EC2A}" srcOrd="11" destOrd="0" presId="urn:microsoft.com/office/officeart/2005/8/layout/list1"/>
    <dgm:cxn modelId="{79069E6C-0F07-4057-A166-084A57FE4439}" type="presParOf" srcId="{60892D01-CE25-4F40-BF93-2452BB5745E3}" destId="{79857286-8020-4063-A540-695568ED05BC}" srcOrd="12" destOrd="0" presId="urn:microsoft.com/office/officeart/2005/8/layout/list1"/>
    <dgm:cxn modelId="{6989CF91-77FC-422A-972D-1B943482A907}" type="presParOf" srcId="{79857286-8020-4063-A540-695568ED05BC}" destId="{F6F0C847-FF0D-4F77-B39C-96D0B42B24ED}" srcOrd="0" destOrd="0" presId="urn:microsoft.com/office/officeart/2005/8/layout/list1"/>
    <dgm:cxn modelId="{6A45D3E2-E49F-4D5F-8C23-5005D3410BDE}" type="presParOf" srcId="{79857286-8020-4063-A540-695568ED05BC}" destId="{8A2BE557-A3AB-4A0B-9112-CBA8FA9D1124}" srcOrd="1" destOrd="0" presId="urn:microsoft.com/office/officeart/2005/8/layout/list1"/>
    <dgm:cxn modelId="{EE51A7EF-BFD2-4F5C-87DE-0101C95F4957}" type="presParOf" srcId="{60892D01-CE25-4F40-BF93-2452BB5745E3}" destId="{5C718539-32B0-4CFF-BF63-E78FF57662F5}" srcOrd="13" destOrd="0" presId="urn:microsoft.com/office/officeart/2005/8/layout/list1"/>
    <dgm:cxn modelId="{08155B53-4834-449A-8FA5-09456DBDE4AA}" type="presParOf" srcId="{60892D01-CE25-4F40-BF93-2452BB5745E3}" destId="{DC7AACCA-0911-4535-98D1-7F6F41BC1BC3}" srcOrd="14" destOrd="0" presId="urn:microsoft.com/office/officeart/2005/8/layout/list1"/>
    <dgm:cxn modelId="{3DD6D168-1251-450D-872B-300043515409}" type="presParOf" srcId="{60892D01-CE25-4F40-BF93-2452BB5745E3}" destId="{FF93CCCB-B496-4E5B-B2E7-3541D49C80F3}" srcOrd="15" destOrd="0" presId="urn:microsoft.com/office/officeart/2005/8/layout/list1"/>
    <dgm:cxn modelId="{61A0D237-33BD-4B2E-8FE3-64EF3CAC17BA}" type="presParOf" srcId="{60892D01-CE25-4F40-BF93-2452BB5745E3}" destId="{2A2FCA52-0A94-43A5-A5E1-E8BA26DE5F3C}" srcOrd="16" destOrd="0" presId="urn:microsoft.com/office/officeart/2005/8/layout/list1"/>
    <dgm:cxn modelId="{62087E94-59A6-41D6-AE17-F3292852EA68}" type="presParOf" srcId="{2A2FCA52-0A94-43A5-A5E1-E8BA26DE5F3C}" destId="{306142B4-75C3-4841-863C-C12C559B2926}" srcOrd="0" destOrd="0" presId="urn:microsoft.com/office/officeart/2005/8/layout/list1"/>
    <dgm:cxn modelId="{F11DDAA4-5684-4085-A345-BB2F12926161}" type="presParOf" srcId="{2A2FCA52-0A94-43A5-A5E1-E8BA26DE5F3C}" destId="{E8F4DAED-FF6E-42FB-842F-B4A63CA8051F}" srcOrd="1" destOrd="0" presId="urn:microsoft.com/office/officeart/2005/8/layout/list1"/>
    <dgm:cxn modelId="{794B461A-7D9F-4D99-A18E-A6A6150FA950}" type="presParOf" srcId="{60892D01-CE25-4F40-BF93-2452BB5745E3}" destId="{97FFF796-6713-4FF0-AB85-924BB6DE71FB}" srcOrd="17" destOrd="0" presId="urn:microsoft.com/office/officeart/2005/8/layout/list1"/>
    <dgm:cxn modelId="{18DCE3D2-A55C-4BC1-94D7-24D3BBC58210}" type="presParOf" srcId="{60892D01-CE25-4F40-BF93-2452BB5745E3}" destId="{439215A4-23F2-4B14-BA27-B43B5872BDDE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BA9D0-F32E-47C4-BDA8-02C0C3437A82}">
      <dsp:nvSpPr>
        <dsp:cNvPr id="0" name=""/>
        <dsp:cNvSpPr/>
      </dsp:nvSpPr>
      <dsp:spPr>
        <a:xfrm>
          <a:off x="762595" y="1542923"/>
          <a:ext cx="1428191" cy="9526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>
              <a:latin typeface="Aptos Display" panose="02110004020202020204"/>
            </a:rPr>
            <a:t>Funcionamiento de pipeline</a:t>
          </a:r>
          <a:endParaRPr lang="es-ES" sz="1300" kern="1200"/>
        </a:p>
      </dsp:txBody>
      <dsp:txXfrm>
        <a:off x="991106" y="1542923"/>
        <a:ext cx="1199681" cy="952603"/>
      </dsp:txXfrm>
    </dsp:sp>
    <dsp:sp modelId="{8AD90C27-A22F-4B0A-8652-A013D88D7E1E}">
      <dsp:nvSpPr>
        <dsp:cNvPr id="0" name=""/>
        <dsp:cNvSpPr/>
      </dsp:nvSpPr>
      <dsp:spPr>
        <a:xfrm>
          <a:off x="892" y="1162072"/>
          <a:ext cx="952127" cy="952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>
              <a:latin typeface="Aptos Display" panose="02110004020202020204"/>
            </a:rPr>
            <a:t>20%</a:t>
          </a:r>
          <a:endParaRPr lang="es-ES" sz="2800" kern="1200"/>
        </a:p>
      </dsp:txBody>
      <dsp:txXfrm>
        <a:off x="140328" y="1301508"/>
        <a:ext cx="673255" cy="673255"/>
      </dsp:txXfrm>
    </dsp:sp>
    <dsp:sp modelId="{EC472B1E-E432-479C-8377-7054A962AA8F}">
      <dsp:nvSpPr>
        <dsp:cNvPr id="0" name=""/>
        <dsp:cNvSpPr/>
      </dsp:nvSpPr>
      <dsp:spPr>
        <a:xfrm>
          <a:off x="3142915" y="1542923"/>
          <a:ext cx="1428191" cy="9526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Arquitectura NoSQL y Nube</a:t>
          </a:r>
        </a:p>
      </dsp:txBody>
      <dsp:txXfrm>
        <a:off x="3371425" y="1542923"/>
        <a:ext cx="1199681" cy="952603"/>
      </dsp:txXfrm>
    </dsp:sp>
    <dsp:sp modelId="{57C290D8-C75C-4FC8-84AB-D99FB5617535}">
      <dsp:nvSpPr>
        <dsp:cNvPr id="0" name=""/>
        <dsp:cNvSpPr/>
      </dsp:nvSpPr>
      <dsp:spPr>
        <a:xfrm>
          <a:off x="2381212" y="1162072"/>
          <a:ext cx="952127" cy="952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>
              <a:latin typeface="Aptos Display" panose="02110004020202020204"/>
            </a:rPr>
            <a:t>40%</a:t>
          </a:r>
          <a:endParaRPr lang="es-ES" sz="2800" kern="1200"/>
        </a:p>
      </dsp:txBody>
      <dsp:txXfrm>
        <a:off x="2520648" y="1301508"/>
        <a:ext cx="673255" cy="6732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BA9D0-F32E-47C4-BDA8-02C0C3437A82}">
      <dsp:nvSpPr>
        <dsp:cNvPr id="0" name=""/>
        <dsp:cNvSpPr/>
      </dsp:nvSpPr>
      <dsp:spPr>
        <a:xfrm>
          <a:off x="762595" y="1542923"/>
          <a:ext cx="1428191" cy="9526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>
              <a:latin typeface="Aptos Display" panose="02110004020202020204"/>
            </a:rPr>
            <a:t>Interfaz de usuario</a:t>
          </a:r>
          <a:endParaRPr lang="es-ES" sz="1300" kern="1200"/>
        </a:p>
      </dsp:txBody>
      <dsp:txXfrm>
        <a:off x="991106" y="1542923"/>
        <a:ext cx="1199681" cy="952603"/>
      </dsp:txXfrm>
    </dsp:sp>
    <dsp:sp modelId="{8AD90C27-A22F-4B0A-8652-A013D88D7E1E}">
      <dsp:nvSpPr>
        <dsp:cNvPr id="0" name=""/>
        <dsp:cNvSpPr/>
      </dsp:nvSpPr>
      <dsp:spPr>
        <a:xfrm>
          <a:off x="892" y="1162072"/>
          <a:ext cx="952127" cy="952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>
              <a:latin typeface="Aptos Display" panose="02110004020202020204"/>
            </a:rPr>
            <a:t>10%</a:t>
          </a:r>
          <a:endParaRPr lang="es-ES" sz="2800" kern="1200"/>
        </a:p>
      </dsp:txBody>
      <dsp:txXfrm>
        <a:off x="140328" y="1301508"/>
        <a:ext cx="673255" cy="673255"/>
      </dsp:txXfrm>
    </dsp:sp>
    <dsp:sp modelId="{EC472B1E-E432-479C-8377-7054A962AA8F}">
      <dsp:nvSpPr>
        <dsp:cNvPr id="0" name=""/>
        <dsp:cNvSpPr/>
      </dsp:nvSpPr>
      <dsp:spPr>
        <a:xfrm>
          <a:off x="3142915" y="1542923"/>
          <a:ext cx="1428191" cy="9526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>
              <a:latin typeface="Aptos Display" panose="02110004020202020204"/>
            </a:rPr>
            <a:t>Gestión de proyecto y avance de escaneo </a:t>
          </a:r>
          <a:endParaRPr lang="es-ES" sz="1300" kern="1200"/>
        </a:p>
      </dsp:txBody>
      <dsp:txXfrm>
        <a:off x="3371425" y="1542923"/>
        <a:ext cx="1199681" cy="952603"/>
      </dsp:txXfrm>
    </dsp:sp>
    <dsp:sp modelId="{57C290D8-C75C-4FC8-84AB-D99FB5617535}">
      <dsp:nvSpPr>
        <dsp:cNvPr id="0" name=""/>
        <dsp:cNvSpPr/>
      </dsp:nvSpPr>
      <dsp:spPr>
        <a:xfrm>
          <a:off x="2381212" y="1162072"/>
          <a:ext cx="952127" cy="952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>
              <a:latin typeface="Aptos Display" panose="02110004020202020204"/>
            </a:rPr>
            <a:t>10%</a:t>
          </a:r>
          <a:endParaRPr lang="es-ES" sz="2800" kern="1200"/>
        </a:p>
      </dsp:txBody>
      <dsp:txXfrm>
        <a:off x="2520648" y="1301508"/>
        <a:ext cx="673255" cy="6732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D50517-21DB-4F1B-9042-068C6E73F6CA}">
      <dsp:nvSpPr>
        <dsp:cNvPr id="0" name=""/>
        <dsp:cNvSpPr/>
      </dsp:nvSpPr>
      <dsp:spPr>
        <a:xfrm>
          <a:off x="0" y="2099478"/>
          <a:ext cx="4722628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2F89E-DD50-4C87-B7B7-6FC38C5ADC42}">
      <dsp:nvSpPr>
        <dsp:cNvPr id="0" name=""/>
        <dsp:cNvSpPr/>
      </dsp:nvSpPr>
      <dsp:spPr>
        <a:xfrm>
          <a:off x="236131" y="1966638"/>
          <a:ext cx="3305839" cy="26568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953" tIns="0" rIns="124953" bIns="0" numCol="1" spcCol="1270" anchor="ctr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PANTALLA DE INICIO</a:t>
          </a:r>
        </a:p>
      </dsp:txBody>
      <dsp:txXfrm>
        <a:off x="249100" y="1979607"/>
        <a:ext cx="3279901" cy="239742"/>
      </dsp:txXfrm>
    </dsp:sp>
    <dsp:sp modelId="{F686BA06-9781-416E-A266-58383830936B}">
      <dsp:nvSpPr>
        <dsp:cNvPr id="0" name=""/>
        <dsp:cNvSpPr/>
      </dsp:nvSpPr>
      <dsp:spPr>
        <a:xfrm>
          <a:off x="0" y="2507718"/>
          <a:ext cx="4722628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-64499"/>
              <a:satOff val="-13247"/>
              <a:lumOff val="9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92931-C1E2-48A3-99D6-14C7B009780B}">
      <dsp:nvSpPr>
        <dsp:cNvPr id="0" name=""/>
        <dsp:cNvSpPr/>
      </dsp:nvSpPr>
      <dsp:spPr>
        <a:xfrm>
          <a:off x="236131" y="2374878"/>
          <a:ext cx="3305839" cy="265680"/>
        </a:xfrm>
        <a:prstGeom prst="roundRect">
          <a:avLst/>
        </a:prstGeom>
        <a:solidFill>
          <a:schemeClr val="accent3">
            <a:shade val="80000"/>
            <a:hueOff val="-64499"/>
            <a:satOff val="-13247"/>
            <a:lumOff val="99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953" tIns="0" rIns="124953" bIns="0" numCol="1" spcCol="1270" anchor="ctr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CLASIFICACIÓN POR CATEGORIAS </a:t>
          </a:r>
        </a:p>
      </dsp:txBody>
      <dsp:txXfrm>
        <a:off x="249100" y="2387847"/>
        <a:ext cx="3279901" cy="239742"/>
      </dsp:txXfrm>
    </dsp:sp>
    <dsp:sp modelId="{9A18B402-D9EB-4047-8068-E8ED348584E6}">
      <dsp:nvSpPr>
        <dsp:cNvPr id="0" name=""/>
        <dsp:cNvSpPr/>
      </dsp:nvSpPr>
      <dsp:spPr>
        <a:xfrm>
          <a:off x="0" y="2915958"/>
          <a:ext cx="4722628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-128999"/>
              <a:satOff val="-26493"/>
              <a:lumOff val="19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95A2D8-36A1-4AD7-962B-FCF2A69DEBF6}">
      <dsp:nvSpPr>
        <dsp:cNvPr id="0" name=""/>
        <dsp:cNvSpPr/>
      </dsp:nvSpPr>
      <dsp:spPr>
        <a:xfrm>
          <a:off x="236131" y="2783118"/>
          <a:ext cx="3305839" cy="265680"/>
        </a:xfrm>
        <a:prstGeom prst="roundRect">
          <a:avLst/>
        </a:prstGeom>
        <a:solidFill>
          <a:schemeClr val="accent3">
            <a:shade val="80000"/>
            <a:hueOff val="-128999"/>
            <a:satOff val="-26493"/>
            <a:lumOff val="198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953" tIns="0" rIns="124953" bIns="0" numCol="1" spcCol="1270" anchor="ctr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DETALLES DEL LIBRO (TITULO, AUTOR, DESCRIPCIÓN,ETC)</a:t>
          </a:r>
        </a:p>
      </dsp:txBody>
      <dsp:txXfrm>
        <a:off x="249100" y="2796087"/>
        <a:ext cx="3279901" cy="239742"/>
      </dsp:txXfrm>
    </dsp:sp>
    <dsp:sp modelId="{DC7AACCA-0911-4535-98D1-7F6F41BC1BC3}">
      <dsp:nvSpPr>
        <dsp:cNvPr id="0" name=""/>
        <dsp:cNvSpPr/>
      </dsp:nvSpPr>
      <dsp:spPr>
        <a:xfrm>
          <a:off x="0" y="3324198"/>
          <a:ext cx="4722628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-193498"/>
              <a:satOff val="-39740"/>
              <a:lumOff val="298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BE557-A3AB-4A0B-9112-CBA8FA9D1124}">
      <dsp:nvSpPr>
        <dsp:cNvPr id="0" name=""/>
        <dsp:cNvSpPr/>
      </dsp:nvSpPr>
      <dsp:spPr>
        <a:xfrm>
          <a:off x="236131" y="3191358"/>
          <a:ext cx="3305839" cy="265680"/>
        </a:xfrm>
        <a:prstGeom prst="roundRect">
          <a:avLst/>
        </a:prstGeom>
        <a:solidFill>
          <a:schemeClr val="accent3">
            <a:shade val="80000"/>
            <a:hueOff val="-193498"/>
            <a:satOff val="-39740"/>
            <a:lumOff val="298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953" tIns="0" rIns="124953" bIns="0" numCol="1" spcCol="1270" anchor="ctr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NAVEGACIÓN ENTRE MODULOS</a:t>
          </a:r>
        </a:p>
      </dsp:txBody>
      <dsp:txXfrm>
        <a:off x="249100" y="3204327"/>
        <a:ext cx="3279901" cy="239742"/>
      </dsp:txXfrm>
    </dsp:sp>
    <dsp:sp modelId="{439215A4-23F2-4B14-BA27-B43B5872BDDE}">
      <dsp:nvSpPr>
        <dsp:cNvPr id="0" name=""/>
        <dsp:cNvSpPr/>
      </dsp:nvSpPr>
      <dsp:spPr>
        <a:xfrm>
          <a:off x="0" y="3732438"/>
          <a:ext cx="4722628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-257998"/>
              <a:satOff val="-52986"/>
              <a:lumOff val="397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4DAED-FF6E-42FB-842F-B4A63CA8051F}">
      <dsp:nvSpPr>
        <dsp:cNvPr id="0" name=""/>
        <dsp:cNvSpPr/>
      </dsp:nvSpPr>
      <dsp:spPr>
        <a:xfrm>
          <a:off x="236131" y="3599598"/>
          <a:ext cx="3305839" cy="265680"/>
        </a:xfrm>
        <a:prstGeom prst="roundRect">
          <a:avLst/>
        </a:prstGeom>
        <a:solidFill>
          <a:schemeClr val="accent3">
            <a:shade val="80000"/>
            <a:hueOff val="-257998"/>
            <a:satOff val="-52986"/>
            <a:lumOff val="397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953" tIns="0" rIns="124953" bIns="0" numCol="1" spcCol="1270" anchor="ctr" anchorCtr="0">
          <a:noAutofit/>
        </a:bodyPr>
        <a:lstStyle/>
        <a:p>
          <a:pPr marL="0" lvl="0" indent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DISEÑO DE INTERFAZ </a:t>
          </a:r>
        </a:p>
      </dsp:txBody>
      <dsp:txXfrm>
        <a:off x="249100" y="3612567"/>
        <a:ext cx="3279901" cy="239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29F03-204B-4A21-8826-D68D4E92E7C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86B7F-CF0D-4DF6-90EC-C79FAFE4A8E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037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277D3-A734-A1F6-7428-555017CC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44D137-B864-0495-26C9-68F90D69D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84428A-02AC-1EC8-3A4C-AB09399B4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2A93F7-CCA3-2275-7C8C-6FA8E4E16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86B7F-CF0D-4DF6-90EC-C79FAFE4A8E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4103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86B7F-CF0D-4DF6-90EC-C79FAFE4A8E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390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59D7-A832-F8AF-F1E5-58502257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DE8B132-2AB9-FCD7-3FED-ADA6F15C9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4EC96B-2CF9-77DB-B5D2-455C8CFB8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E77F7A-5A1D-8EF9-C916-EE5CA8DE5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86B7F-CF0D-4DF6-90EC-C79FAFE4A8E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1463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84BD4-4823-BEB2-BCEA-E6249E34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FF82E5-AC41-9D88-CCC5-FBD72B53B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721F49-4A85-63DB-0228-34B73CCE3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1CB6E1-F436-C478-9940-3B564748F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86B7F-CF0D-4DF6-90EC-C79FAFE4A8E0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562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458C8-0D62-FBBE-2D29-C8509465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DB3C0F-6BBE-C85C-7E7D-89C6B093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1747A8-C033-7BF5-6C6D-68DDB3FF4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5D3E48-2D50-F550-D5F9-1C754CDB6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86B7F-CF0D-4DF6-90EC-C79FAFE4A8E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4286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5BFE-BA2E-7146-6BB7-8686CE08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D1FF44-95C6-013C-4ACC-A7FACCD0E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E3BC65-7D35-442C-9902-67F201436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DC261D-4A12-F8CA-1497-29B74422E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86B7F-CF0D-4DF6-90EC-C79FAFE4A8E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2150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5684A-B826-AC37-7038-0E93A3A0E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EA795E-752E-57D6-9CA0-E095F38A2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1B3E96-9139-72B4-11FF-E0057AE1C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5B8C0E-93BF-D1CF-C555-838F3ACF2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FB0143-A53B-816B-3F0C-695E0420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746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97DB7-4DD7-31F8-1F20-B6BE7065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FC6035-9566-A3DB-1246-3DDC99101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81458F-4464-E836-152D-833878E3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5686BB-6EE5-42EA-88B9-8CCA94A7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CF6AB7-0062-4F10-4F16-19AF0DD4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012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66CE86-F8CA-F9A6-6A7F-368D2670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63D7AE-418A-E7DE-49B1-2DB60724C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C204C5-5537-E8F0-0B30-F4C40898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653BCD-8CC2-0851-667C-D6A4EBE3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17DC8C-22A0-117D-06D0-FCAB7285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704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7B01E-3A29-BE1D-8F65-CC0A397D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710DAB-7F3F-38BF-7751-74A3B6594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77429B-7B32-171D-7CC2-A708C02EC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2A8653-9855-58DF-87A6-B385CF53E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AE2972-B08B-4BE6-E949-2515CCB4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9E7BCF-00CE-17B5-E70C-F694A225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940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A179A-A1B1-672D-53F1-F179400C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97F392-A435-05B4-F83D-9F441EC28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3C2D78-8A85-34F5-C781-9A9B82775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BCF874-F98E-F682-6073-FDA4D5DD9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154164-3D61-059E-C027-EF9BE655F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B12D979-8EF3-4A89-D075-50DAA5BBD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01D6BB-3DBB-E125-AA39-8D4C06FA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1F1CCBC-229E-2F30-3270-1EC33314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5087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F1549-C23F-225E-F226-5BF8F9B4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8E42F0-635C-4A60-2376-104DB736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AB2649-47DE-C487-333D-DE09EA4B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50192D-C35D-75A9-E54D-12976F2C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80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E4546A-6055-420D-D365-97C15771F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91608B-5A23-A87B-FB13-3D93C6A41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9B4753-3EC5-F568-5482-62558C08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036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80F29-7030-DF3D-DA7E-72F8B9E6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8369E1-6F25-C6F8-AF87-803EC8C7F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60CE46-B642-A4A9-1F86-A50AF2F8A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806850-7B7D-B1F0-F036-E5F8D71A2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A3F2D0-EF41-980E-975D-4FBF62E7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79A691-9B1F-4139-646B-2A289D56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718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536E8-172E-66E2-AD0B-D6E1667A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A04D4AE-1C35-BD9F-0975-F679B9A4B42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FA3755-8BC6-1CAD-B926-A389E9199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18DF5B-367B-DB1C-5346-5959C5DD9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2027B8-CEBF-17F9-0ADA-4C140FDC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5E32E8-CA47-C31D-1E54-7AF6CAA8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643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B3728-A0EC-52FB-B5EC-F044ED7D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42C280-D63B-A4AF-A86D-832276852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2376E2-C861-092B-2208-EF4BCBB2A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CDC40-1174-0BEA-9207-461C51FC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5815C0-F20B-1438-DD7E-E7EF981B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689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B9F39D-D116-A731-F43D-7FB9E3FB9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AA1F02-8AC7-4FB3-219F-449C7F914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E99761-4710-D7E8-1D39-EFC06E2A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002DAF-F5C7-546C-DD87-BF38B418F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1FE41C-AFAA-DF84-BAE7-8C066BB7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6614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429009-9741-D879-ECF8-9EC628FDE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F6EB89-DF00-FC9A-A821-126BDC12F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29D82A-00F9-2276-2DF7-30AEBB23C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096BE-BA76-4D5E-ACC2-6C356F5D0F53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82A5A-AA4C-B043-1BCC-4355CA373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8A0754-C7F8-002D-4EFE-152D434F1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B09AC-D078-445A-83B6-5B5D6EB7784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235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6">
            <a:extLst>
              <a:ext uri="{FF2B5EF4-FFF2-40B4-BE49-F238E27FC236}">
                <a16:creationId xmlns:a16="http://schemas.microsoft.com/office/drawing/2014/main" id="{78E8680E-975E-1E1C-3719-E5919B312AFF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B0617B-500F-D635-1451-85F0BAB97D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r="1179"/>
          <a:stretch>
            <a:fillRect/>
          </a:stretch>
        </p:blipFill>
        <p:spPr bwMode="auto">
          <a:xfrm>
            <a:off x="115713" y="-1157154"/>
            <a:ext cx="4988983" cy="481106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3D5120B7-8F9E-B88A-E4B9-8F42B8DCEF69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2D796FD2-0B34-6394-7CA4-D5FF44E63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7D66E249-45B4-FEBB-C8FA-74B1D4B5D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CCBC0B4A-A931-76D7-8BD4-EE281A2AF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CAD0B2A6-03C3-3972-F8F4-51FE6F056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A0E6D5E0-FC3B-799D-BDAE-C2039F154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3ACDC9A-0BD6-FD88-C69D-CFEB46D09619}"/>
              </a:ext>
            </a:extLst>
          </p:cNvPr>
          <p:cNvSpPr txBox="1"/>
          <p:nvPr/>
        </p:nvSpPr>
        <p:spPr>
          <a:xfrm>
            <a:off x="1546245" y="3193834"/>
            <a:ext cx="8418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i="1"/>
              <a:t>PROYECTO:  BIBLIOTECA </a:t>
            </a:r>
          </a:p>
          <a:p>
            <a:pPr algn="ctr"/>
            <a:r>
              <a:rPr lang="es-MX" sz="4800" b="1" i="1"/>
              <a:t>VIRTUAL ECLESIÁSTICA  </a:t>
            </a:r>
          </a:p>
        </p:txBody>
      </p:sp>
    </p:spTree>
    <p:extLst>
      <p:ext uri="{BB962C8B-B14F-4D97-AF65-F5344CB8AC3E}">
        <p14:creationId xmlns:p14="http://schemas.microsoft.com/office/powerpoint/2010/main" val="372260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EA31-DDCD-8168-D2A6-DAFCC2C1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F53486-C38A-C23C-3D3B-CCB8EEA17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535" y="988958"/>
            <a:ext cx="4233334" cy="340402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es-MX"/>
          </a:p>
        </p:txBody>
      </p:sp>
      <p:sp>
        <p:nvSpPr>
          <p:cNvPr id="4" name="Forma libre 6">
            <a:extLst>
              <a:ext uri="{FF2B5EF4-FFF2-40B4-BE49-F238E27FC236}">
                <a16:creationId xmlns:a16="http://schemas.microsoft.com/office/drawing/2014/main" id="{278EAD07-760D-E728-0D28-3927F02A4072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07E0820-D191-4B04-91DC-D5FE7E7E3D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r="1179"/>
          <a:stretch>
            <a:fillRect/>
          </a:stretch>
        </p:blipFill>
        <p:spPr bwMode="auto">
          <a:xfrm>
            <a:off x="-5131" y="-1382060"/>
            <a:ext cx="4988983" cy="481106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F1E25DE0-DA78-000D-C73C-ACEC0CFBE3F2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A4E5F117-EC92-1BFF-D1EE-3C94E04AD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E747289B-9843-B466-CC94-D279D3163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9E92E18A-40CE-FB4B-DFB9-18EA10C59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75D9C1D3-4F37-16A9-D63C-503AF1B5E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26F895FE-D7F6-A419-788C-141C0DE18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978CC13-837B-5F81-C551-08F0CCEE024F}"/>
              </a:ext>
            </a:extLst>
          </p:cNvPr>
          <p:cNvSpPr txBox="1"/>
          <p:nvPr/>
        </p:nvSpPr>
        <p:spPr>
          <a:xfrm>
            <a:off x="8064116" y="2146838"/>
            <a:ext cx="401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/>
              <a:t>OBJETIVO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84DC47-D6ED-417C-581B-548C4F5F2152}"/>
              </a:ext>
            </a:extLst>
          </p:cNvPr>
          <p:cNvSpPr txBox="1"/>
          <p:nvPr/>
        </p:nvSpPr>
        <p:spPr>
          <a:xfrm>
            <a:off x="292867" y="2638254"/>
            <a:ext cx="71503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/>
              <a:t>Desarrollar una plataforma web o móvil que permita la digitalización, almacenamiento, indexación y consulta de libros eclesiásticos completos, utilizando una arquitectura en la nube con bases de datos NoSQL para garantizar escalabilidad y búsquedas rápidas.</a:t>
            </a:r>
          </a:p>
        </p:txBody>
      </p:sp>
    </p:spTree>
    <p:extLst>
      <p:ext uri="{BB962C8B-B14F-4D97-AF65-F5344CB8AC3E}">
        <p14:creationId xmlns:p14="http://schemas.microsoft.com/office/powerpoint/2010/main" val="64290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2C2A-5CC2-068F-FBD9-9BE08331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D3786C3-158D-0224-AE88-5E4244A4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535" y="988958"/>
            <a:ext cx="4233334" cy="340402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es-MX"/>
          </a:p>
        </p:txBody>
      </p:sp>
      <p:sp>
        <p:nvSpPr>
          <p:cNvPr id="4" name="Forma libre 6">
            <a:extLst>
              <a:ext uri="{FF2B5EF4-FFF2-40B4-BE49-F238E27FC236}">
                <a16:creationId xmlns:a16="http://schemas.microsoft.com/office/drawing/2014/main" id="{53C3E195-DC28-398E-9ED0-FBA4F8BFCFC1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061B6B-4F02-2476-8118-55815A3D5F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r="1179"/>
          <a:stretch>
            <a:fillRect/>
          </a:stretch>
        </p:blipFill>
        <p:spPr bwMode="auto">
          <a:xfrm>
            <a:off x="-5131" y="-1416572"/>
            <a:ext cx="4988983" cy="481106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61FCD6CB-D329-4A5F-E187-F2EA5FE7D3A6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40BF6364-CCC4-FBC5-85B6-C7AE72A12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9C624260-9CC9-D457-BFFB-229380B87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79B74B9B-DE98-4902-9F6C-3D435F5A4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B951E7D5-3244-4A34-8336-A7E7BB404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3A2F9C7E-D11A-4235-6445-441E40699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79E1D7-15E6-F34A-7962-A1B0FE6052C9}"/>
              </a:ext>
            </a:extLst>
          </p:cNvPr>
          <p:cNvSpPr txBox="1"/>
          <p:nvPr/>
        </p:nvSpPr>
        <p:spPr>
          <a:xfrm>
            <a:off x="8064116" y="2146838"/>
            <a:ext cx="401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/>
              <a:t>ROLES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529EBA-0069-5CC8-38B6-EA60AAE66515}"/>
              </a:ext>
            </a:extLst>
          </p:cNvPr>
          <p:cNvSpPr txBox="1"/>
          <p:nvPr/>
        </p:nvSpPr>
        <p:spPr>
          <a:xfrm>
            <a:off x="475748" y="2690969"/>
            <a:ext cx="64985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1" i="1"/>
              <a:t>Roles por Equipo (4-5 Integrantes)</a:t>
            </a:r>
          </a:p>
          <a:p>
            <a:pPr algn="just"/>
            <a:endParaRPr lang="es-MX" sz="1600" b="1" i="1"/>
          </a:p>
          <a:p>
            <a:pPr marL="342900" indent="-342900" algn="just">
              <a:buAutoNum type="arabicPeriod"/>
            </a:pPr>
            <a:r>
              <a:rPr lang="es-MX" sz="2000">
                <a:ea typeface="+mn-lt"/>
                <a:cs typeface="+mn-lt"/>
              </a:rPr>
              <a:t>Project Manager / Scrum Master: Coordina la logística de escaneo, tiempos y entregas.</a:t>
            </a:r>
          </a:p>
          <a:p>
            <a:pPr marL="342900" indent="-342900" algn="just">
              <a:buAutoNum type="arabicPeriod"/>
            </a:pPr>
            <a:r>
              <a:rPr lang="es-MX" sz="2000">
                <a:ea typeface="+mn-lt"/>
                <a:cs typeface="+mn-lt"/>
              </a:rPr>
              <a:t>DevOps &amp; Cloud Engineer: Configura la base de datos NoSQL, almacenamiento en la nube y pipelines de OCR.</a:t>
            </a:r>
          </a:p>
          <a:p>
            <a:pPr marL="342900" indent="-342900" algn="just">
              <a:buAutoNum type="arabicPeriod"/>
            </a:pPr>
            <a:r>
              <a:rPr lang="es-MX" sz="2000" err="1">
                <a:ea typeface="+mn-lt"/>
                <a:cs typeface="+mn-lt"/>
              </a:rPr>
              <a:t>Backend</a:t>
            </a:r>
            <a:r>
              <a:rPr lang="es-MX" sz="2000">
                <a:ea typeface="+mn-lt"/>
                <a:cs typeface="+mn-lt"/>
              </a:rPr>
              <a:t> </a:t>
            </a:r>
            <a:r>
              <a:rPr lang="es-MX" sz="2000" err="1">
                <a:ea typeface="+mn-lt"/>
                <a:cs typeface="+mn-lt"/>
              </a:rPr>
              <a:t>Developer</a:t>
            </a:r>
            <a:r>
              <a:rPr lang="es-MX" sz="2000">
                <a:ea typeface="+mn-lt"/>
                <a:cs typeface="+mn-lt"/>
              </a:rPr>
              <a:t>: Desarrolla la API de consulta y lógica de procesamiento de archivos.</a:t>
            </a:r>
          </a:p>
          <a:p>
            <a:pPr marL="342900" indent="-342900" algn="just">
              <a:buAutoNum type="arabicPeriod"/>
            </a:pPr>
            <a:r>
              <a:rPr lang="es-MX" sz="2000" err="1">
                <a:ea typeface="+mn-lt"/>
                <a:cs typeface="+mn-lt"/>
              </a:rPr>
              <a:t>Frontend</a:t>
            </a:r>
            <a:r>
              <a:rPr lang="es-MX" sz="2000">
                <a:ea typeface="+mn-lt"/>
                <a:cs typeface="+mn-lt"/>
              </a:rPr>
              <a:t>/Mobile </a:t>
            </a:r>
            <a:r>
              <a:rPr lang="es-MX" sz="2000" err="1">
                <a:ea typeface="+mn-lt"/>
                <a:cs typeface="+mn-lt"/>
              </a:rPr>
              <a:t>Developer</a:t>
            </a:r>
            <a:r>
              <a:rPr lang="es-MX" sz="2000">
                <a:ea typeface="+mn-lt"/>
                <a:cs typeface="+mn-lt"/>
              </a:rPr>
              <a:t>: Diseña la interfaz de usuario para la consulta de libros.</a:t>
            </a:r>
          </a:p>
          <a:p>
            <a:pPr marL="342900" indent="-342900" algn="just">
              <a:buAutoNum type="arabicPeriod"/>
            </a:pPr>
            <a:r>
              <a:rPr lang="es-MX" sz="2000">
                <a:ea typeface="+mn-lt"/>
                <a:cs typeface="+mn-lt"/>
              </a:rPr>
              <a:t>QA &amp; Data </a:t>
            </a:r>
            <a:r>
              <a:rPr lang="es-MX" sz="2000" err="1">
                <a:ea typeface="+mn-lt"/>
                <a:cs typeface="+mn-lt"/>
              </a:rPr>
              <a:t>Specialist</a:t>
            </a:r>
            <a:r>
              <a:rPr lang="es-MX" sz="2000">
                <a:ea typeface="+mn-lt"/>
                <a:cs typeface="+mn-lt"/>
              </a:rPr>
              <a:t> (Para equipos de 5): Asegura la calidad del OCR, indexación y pruebas de carga.</a:t>
            </a:r>
          </a:p>
        </p:txBody>
      </p:sp>
    </p:spTree>
    <p:extLst>
      <p:ext uri="{BB962C8B-B14F-4D97-AF65-F5344CB8AC3E}">
        <p14:creationId xmlns:p14="http://schemas.microsoft.com/office/powerpoint/2010/main" val="169579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2BFC-4769-6CCA-898B-FBA76D4E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39C40B8-883D-4769-7BF8-3178A80D3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535" y="988958"/>
            <a:ext cx="4233334" cy="340402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es-MX"/>
          </a:p>
        </p:txBody>
      </p:sp>
      <p:sp>
        <p:nvSpPr>
          <p:cNvPr id="4" name="Forma libre 6">
            <a:extLst>
              <a:ext uri="{FF2B5EF4-FFF2-40B4-BE49-F238E27FC236}">
                <a16:creationId xmlns:a16="http://schemas.microsoft.com/office/drawing/2014/main" id="{5766B41C-FCFD-DBB5-89BB-90CDB5D1738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4F2F2F-21C7-C45E-C4B9-47DA36AFAE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r="1179"/>
          <a:stretch>
            <a:fillRect/>
          </a:stretch>
        </p:blipFill>
        <p:spPr bwMode="auto">
          <a:xfrm>
            <a:off x="-129298" y="-1351263"/>
            <a:ext cx="4988983" cy="481106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64A8D4CF-03CB-27B7-2638-157C720E65C0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B63BFECA-E57A-3EF6-0B90-3B4DDCB58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E0A28C53-C341-E051-6C0B-31A1B2C94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0DDB15EC-C7D0-7B9E-6235-DA76A109A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0F5A9BC4-C4C1-B7F0-2DC6-26DCB4F5D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A18069F9-CF0E-4ADE-FCD0-0123812D6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9AA9C5-93F2-1AF9-508D-94BA683BC2ED}"/>
              </a:ext>
            </a:extLst>
          </p:cNvPr>
          <p:cNvSpPr txBox="1"/>
          <p:nvPr/>
        </p:nvSpPr>
        <p:spPr>
          <a:xfrm>
            <a:off x="8064116" y="2146838"/>
            <a:ext cx="401217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400" b="1" i="1"/>
              <a:t>CRONOGRAMA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F044B79-851F-9B9F-BEE9-E827BE7D8837}"/>
              </a:ext>
            </a:extLst>
          </p:cNvPr>
          <p:cNvSpPr txBox="1"/>
          <p:nvPr/>
        </p:nvSpPr>
        <p:spPr>
          <a:xfrm>
            <a:off x="135713" y="2461865"/>
            <a:ext cx="7707240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2000" b="1" dirty="0"/>
              <a:t>Fase 1: Arquitectura y Logística (Semanas 1-2)</a:t>
            </a:r>
          </a:p>
          <a:p>
            <a:pPr algn="just"/>
            <a:r>
              <a:rPr lang="es-MX" sz="2000" dirty="0">
                <a:ea typeface="+mn-lt"/>
                <a:cs typeface="+mn-lt"/>
              </a:rPr>
              <a:t>Hito: Diseñar la arquitectura y arranque del proceso de escaneo.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 dirty="0">
                <a:ea typeface="+mn-lt"/>
                <a:cs typeface="+mn-lt"/>
              </a:rPr>
              <a:t> Actividades:	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 dirty="0">
                <a:ea typeface="+mn-lt"/>
                <a:cs typeface="+mn-lt"/>
              </a:rPr>
              <a:t>• Diseñar el modelo de datos en NoSQL (JSON estructurado para metadatos del libro, capítulos y páginas).	</a:t>
            </a:r>
          </a:p>
          <a:p>
            <a:pPr algn="just"/>
            <a:r>
              <a:rPr lang="es-MX" sz="2000" dirty="0">
                <a:ea typeface="+mn-lt"/>
                <a:cs typeface="+mn-lt"/>
              </a:rPr>
              <a:t>• Configurar el entorno en la nube (Base de datos y Storage).</a:t>
            </a:r>
          </a:p>
          <a:p>
            <a:pPr algn="just"/>
            <a:r>
              <a:rPr lang="es-MX" sz="2000" dirty="0">
                <a:ea typeface="+mn-lt"/>
                <a:cs typeface="+mn-lt"/>
              </a:rPr>
              <a:t>• Estrategia de Escaneo: Crear un pipeline de digitalización. Dividir los 1000 libros entre el equipo (ej. usando escáneres cenitales o aplicaciones móviles de alta velocidad). Nota: Para cumplir la meta, se deben procesar aproximadamente 125 libros semanales por equipo, por lo que se recomienda automatizar la subida en lote (Bulk </a:t>
            </a:r>
            <a:r>
              <a:rPr lang="es-MX" sz="2000" dirty="0" err="1">
                <a:ea typeface="+mn-lt"/>
                <a:cs typeface="+mn-lt"/>
              </a:rPr>
              <a:t>Upload</a:t>
            </a:r>
            <a:r>
              <a:rPr lang="es-MX" sz="2000" dirty="0">
                <a:ea typeface="+mn-lt"/>
                <a:cs typeface="+mn-l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9636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5A92-9DD3-7084-0692-82FD58AE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D5035D2-5E6D-8BC0-DBD9-041B6678E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535" y="988958"/>
            <a:ext cx="4233334" cy="340402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es-MX"/>
          </a:p>
        </p:txBody>
      </p:sp>
      <p:sp>
        <p:nvSpPr>
          <p:cNvPr id="4" name="Forma libre 6">
            <a:extLst>
              <a:ext uri="{FF2B5EF4-FFF2-40B4-BE49-F238E27FC236}">
                <a16:creationId xmlns:a16="http://schemas.microsoft.com/office/drawing/2014/main" id="{AD4F7D06-27B6-1DFF-1E16-936D0521EEA7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D1B357-0711-7B8A-4881-6EC51EF0EC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r="1179"/>
          <a:stretch>
            <a:fillRect/>
          </a:stretch>
        </p:blipFill>
        <p:spPr bwMode="auto">
          <a:xfrm>
            <a:off x="-129298" y="-1351263"/>
            <a:ext cx="4988983" cy="481106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B2BF460E-4531-30C4-879B-69AA38E012E3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921C0D0F-5FF7-4585-01F0-1ED1E16AE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FC2EACB0-E636-3435-8BC7-3F28311C9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F20FA380-F4FB-765F-D912-1F16135E9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F82DB3D6-551F-A070-C6FF-8E19EE988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94DB123A-51D2-2BA1-F27D-2C0F85231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CDB7257-7314-2805-6886-A5A4180FE550}"/>
              </a:ext>
            </a:extLst>
          </p:cNvPr>
          <p:cNvSpPr txBox="1"/>
          <p:nvPr/>
        </p:nvSpPr>
        <p:spPr>
          <a:xfrm>
            <a:off x="8064116" y="2146838"/>
            <a:ext cx="401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/>
              <a:t>CRONOGRAMA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3AEFEA-7E63-91C4-9383-5052228E5924}"/>
              </a:ext>
            </a:extLst>
          </p:cNvPr>
          <p:cNvSpPr txBox="1"/>
          <p:nvPr/>
        </p:nvSpPr>
        <p:spPr>
          <a:xfrm>
            <a:off x="115713" y="2250029"/>
            <a:ext cx="7727240" cy="38164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2200" b="1" dirty="0">
                <a:ea typeface="+mn-lt"/>
                <a:cs typeface="+mn-lt"/>
              </a:rPr>
              <a:t>Fase 2: Pipeline de Datos y </a:t>
            </a:r>
            <a:r>
              <a:rPr lang="es-MX" sz="2200" b="1" dirty="0" err="1">
                <a:ea typeface="+mn-lt"/>
                <a:cs typeface="+mn-lt"/>
              </a:rPr>
              <a:t>Backend</a:t>
            </a:r>
            <a:r>
              <a:rPr lang="es-MX" sz="2200" b="1" dirty="0">
                <a:ea typeface="+mn-lt"/>
                <a:cs typeface="+mn-lt"/>
              </a:rPr>
              <a:t> (Semanas 3-4)</a:t>
            </a:r>
          </a:p>
          <a:p>
            <a:pPr algn="just"/>
            <a:r>
              <a:rPr lang="es-MX" sz="2000">
                <a:ea typeface="+mn-lt"/>
                <a:cs typeface="+mn-lt"/>
              </a:rPr>
              <a:t>Hito: API funcional y procesamiento automático de libros.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>
                <a:ea typeface="+mn-lt"/>
                <a:cs typeface="+mn-lt"/>
              </a:rPr>
              <a:t>Actividades: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>
                <a:ea typeface="+mn-lt"/>
                <a:cs typeface="+mn-lt"/>
              </a:rPr>
              <a:t>• Desarrollar un script/servicio que reciba los libros escaneados, los suba al Storage de la nube y dispare el proceso de OCR.</a:t>
            </a:r>
          </a:p>
          <a:p>
            <a:pPr algn="just"/>
            <a:r>
              <a:rPr lang="es-MX" sz="2000">
                <a:ea typeface="+mn-lt"/>
                <a:cs typeface="+mn-lt"/>
              </a:rPr>
              <a:t>• Guardar en la base de datos NoSQL el texto extraído indexado por palabras clave (para permitir búsquedas dentro del libro).</a:t>
            </a:r>
          </a:p>
          <a:p>
            <a:pPr algn="just"/>
            <a:r>
              <a:rPr lang="es-MX" sz="2000">
                <a:ea typeface="+mn-lt"/>
                <a:cs typeface="+mn-lt"/>
              </a:rPr>
              <a:t>• Crear </a:t>
            </a:r>
            <a:r>
              <a:rPr lang="es-MX" sz="2000" err="1">
                <a:ea typeface="+mn-lt"/>
                <a:cs typeface="+mn-lt"/>
              </a:rPr>
              <a:t>endpoints</a:t>
            </a:r>
            <a:r>
              <a:rPr lang="es-MX" sz="2000">
                <a:ea typeface="+mn-lt"/>
                <a:cs typeface="+mn-lt"/>
              </a:rPr>
              <a:t> para búsqueda avanzada (por fecha, iglesia, tipo de libro, o palabras clave).</a:t>
            </a:r>
          </a:p>
          <a:p>
            <a:pPr algn="just"/>
            <a:endParaRPr lang="es-MX" sz="2000" b="1"/>
          </a:p>
        </p:txBody>
      </p:sp>
    </p:spTree>
    <p:extLst>
      <p:ext uri="{BB962C8B-B14F-4D97-AF65-F5344CB8AC3E}">
        <p14:creationId xmlns:p14="http://schemas.microsoft.com/office/powerpoint/2010/main" val="120457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D80E-FD8C-982C-64FD-AFB59461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ECAD99E-CE6D-A2E6-3FEB-3E946FEC0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535" y="988958"/>
            <a:ext cx="4233334" cy="340402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es-MX"/>
          </a:p>
        </p:txBody>
      </p:sp>
      <p:sp>
        <p:nvSpPr>
          <p:cNvPr id="4" name="Forma libre 6">
            <a:extLst>
              <a:ext uri="{FF2B5EF4-FFF2-40B4-BE49-F238E27FC236}">
                <a16:creationId xmlns:a16="http://schemas.microsoft.com/office/drawing/2014/main" id="{0BC708EC-9FD6-2169-6210-7FEDF3ACDBA8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47E03A-F432-6EBF-56B4-827B62371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r="1179"/>
          <a:stretch>
            <a:fillRect/>
          </a:stretch>
        </p:blipFill>
        <p:spPr bwMode="auto">
          <a:xfrm>
            <a:off x="-129298" y="-1351263"/>
            <a:ext cx="4988983" cy="481106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AA2ADF70-0DB8-7E1C-4DC9-784F2C978058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2F2BF742-65B1-BCC9-3DA7-0210AF9C3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2E57D6CD-6949-BC8E-76EE-7E6BD3C6E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0485D6CD-9340-7354-9DB4-D019C010A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BE70B2F4-7E4D-039F-8E9D-09D874CC6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6DFC19DF-B40C-42C8-000A-F6667F15F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A3F9301-0513-A457-15D2-8067556233F6}"/>
              </a:ext>
            </a:extLst>
          </p:cNvPr>
          <p:cNvSpPr txBox="1"/>
          <p:nvPr/>
        </p:nvSpPr>
        <p:spPr>
          <a:xfrm>
            <a:off x="8064116" y="2146838"/>
            <a:ext cx="401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/>
              <a:t>CRONOGRAMA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98EFC4-9C2F-070A-6DF0-252FFF7045A9}"/>
              </a:ext>
            </a:extLst>
          </p:cNvPr>
          <p:cNvSpPr txBox="1"/>
          <p:nvPr/>
        </p:nvSpPr>
        <p:spPr>
          <a:xfrm>
            <a:off x="135713" y="2252039"/>
            <a:ext cx="770724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2000" b="1" dirty="0"/>
              <a:t>Fase 3: Desarrollo de interfaz  (Semanas 5 y 6 )</a:t>
            </a:r>
          </a:p>
          <a:p>
            <a:pPr algn="just"/>
            <a:r>
              <a:rPr lang="es-MX" sz="2000" b="1"/>
              <a:t>Hito: </a:t>
            </a:r>
            <a:r>
              <a:rPr lang="es-MX" sz="2000" b="1" err="1"/>
              <a:t>Frontend</a:t>
            </a:r>
            <a:r>
              <a:rPr lang="es-MX" sz="2000" b="1"/>
              <a:t> integrado con la base de datos.</a:t>
            </a:r>
          </a:p>
          <a:p>
            <a:pPr algn="just"/>
            <a:endParaRPr lang="es-MX" sz="2000" b="1"/>
          </a:p>
          <a:p>
            <a:pPr algn="just"/>
            <a:r>
              <a:rPr lang="es-MX" sz="2000">
                <a:ea typeface="+mn-lt"/>
                <a:cs typeface="+mn-lt"/>
              </a:rPr>
              <a:t>Actividades:</a:t>
            </a:r>
          </a:p>
          <a:p>
            <a:pPr algn="just"/>
            <a:endParaRPr lang="es-MX" sz="20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922EEF-7BA7-0F26-E49C-86276E978418}"/>
              </a:ext>
            </a:extLst>
          </p:cNvPr>
          <p:cNvSpPr txBox="1"/>
          <p:nvPr/>
        </p:nvSpPr>
        <p:spPr>
          <a:xfrm>
            <a:off x="132434" y="3599361"/>
            <a:ext cx="691763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Diseña una interfaz consistente y adaptable a distintos dispositivos móviles, que permita al usuario una experiencia accesible.</a:t>
            </a:r>
          </a:p>
          <a:p>
            <a:pPr algn="just"/>
            <a:endParaRPr lang="es-ES" sz="200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Implementa un buscador que contenga filtros dinámicos para facilitar su consulta.</a:t>
            </a:r>
          </a:p>
          <a:p>
            <a:pPr algn="just"/>
            <a:endParaRPr lang="es-ES" sz="200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Realiza un modulo de administración que permita observar el progreso de los escaneos </a:t>
            </a:r>
          </a:p>
        </p:txBody>
      </p:sp>
    </p:spTree>
    <p:extLst>
      <p:ext uri="{BB962C8B-B14F-4D97-AF65-F5344CB8AC3E}">
        <p14:creationId xmlns:p14="http://schemas.microsoft.com/office/powerpoint/2010/main" val="423603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08AC6-CEF5-4C72-664A-82B4B156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D8988E3-8B2D-628F-1699-2CF972E91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535" y="988958"/>
            <a:ext cx="4233334" cy="340402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es-MX"/>
          </a:p>
        </p:txBody>
      </p:sp>
      <p:sp>
        <p:nvSpPr>
          <p:cNvPr id="4" name="Forma libre 6">
            <a:extLst>
              <a:ext uri="{FF2B5EF4-FFF2-40B4-BE49-F238E27FC236}">
                <a16:creationId xmlns:a16="http://schemas.microsoft.com/office/drawing/2014/main" id="{6AD8CDC6-11EC-D43D-8F20-E3F54DB3F45F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FD50EE-FAC0-D530-8A1C-CE4512E60B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" b="33570"/>
          <a:stretch>
            <a:fillRect/>
          </a:stretch>
        </p:blipFill>
        <p:spPr bwMode="auto">
          <a:xfrm>
            <a:off x="-129298" y="-1351263"/>
            <a:ext cx="5042976" cy="282049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39963735-8884-A0EB-9F92-953847587679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BE5CAEDA-17B7-830C-1774-76DDC6E7A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768E25C3-F664-16B8-7436-73A5DE15A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706AAE8F-4E92-269E-102A-1E729C8E6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2A109C2E-EF9C-C87C-EB06-932CEE2CB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A96D4DC9-7DD7-7FF5-41EC-2E91B2E0D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E556BB6-68B7-3790-FEA3-9BFEAC1580FC}"/>
              </a:ext>
            </a:extLst>
          </p:cNvPr>
          <p:cNvSpPr txBox="1"/>
          <p:nvPr/>
        </p:nvSpPr>
        <p:spPr>
          <a:xfrm>
            <a:off x="8064116" y="2146838"/>
            <a:ext cx="401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/>
              <a:t>CRONOGRAMA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E77EA2-BCEF-5767-0C13-65F7BB233CC8}"/>
              </a:ext>
            </a:extLst>
          </p:cNvPr>
          <p:cNvSpPr txBox="1"/>
          <p:nvPr/>
        </p:nvSpPr>
        <p:spPr>
          <a:xfrm>
            <a:off x="115713" y="2250029"/>
            <a:ext cx="7727240" cy="415498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/>
            <a:r>
              <a:rPr lang="es-MX" sz="2400" b="1">
                <a:ea typeface="+mn-lt"/>
                <a:cs typeface="+mn-lt"/>
              </a:rPr>
              <a:t>Fase 4: Pruebas, Optimización y Cierre (Semanas 7-8)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>
                <a:ea typeface="+mn-lt"/>
                <a:cs typeface="+mn-lt"/>
              </a:rPr>
              <a:t>Hito: Sistema en producción y entrega de la base de datos poblada.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>
                <a:ea typeface="+mn-lt"/>
                <a:cs typeface="+mn-lt"/>
              </a:rPr>
              <a:t>Actividades:	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>
                <a:ea typeface="+mn-lt"/>
                <a:cs typeface="+mn-lt"/>
              </a:rPr>
              <a:t>• Pruebas de carga en la base de datos NoSQL para asegurar que soporta las consultas de los miles de libros.	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>
                <a:ea typeface="+mn-lt"/>
                <a:cs typeface="+mn-lt"/>
              </a:rPr>
              <a:t>• Optimización de índices de búsqueda.	</a:t>
            </a:r>
          </a:p>
          <a:p>
            <a:pPr algn="just"/>
            <a:endParaRPr lang="es-MX" sz="2000">
              <a:ea typeface="+mn-lt"/>
              <a:cs typeface="+mn-lt"/>
            </a:endParaRPr>
          </a:p>
          <a:p>
            <a:pPr algn="just"/>
            <a:r>
              <a:rPr lang="es-MX" sz="2000">
                <a:ea typeface="+mn-lt"/>
                <a:cs typeface="+mn-lt"/>
              </a:rPr>
              <a:t>• Presentación final del proyecto y entrega del repositorio.</a:t>
            </a:r>
          </a:p>
          <a:p>
            <a:pPr algn="just"/>
            <a:endParaRPr lang="es-MX" sz="2000" b="1"/>
          </a:p>
        </p:txBody>
      </p:sp>
      <p:pic>
        <p:nvPicPr>
          <p:cNvPr id="14" name="Imagen 13" descr="Logotipo&#10;&#10;El contenido generado por IA puede ser incorrecto.">
            <a:extLst>
              <a:ext uri="{FF2B5EF4-FFF2-40B4-BE49-F238E27FC236}">
                <a16:creationId xmlns:a16="http://schemas.microsoft.com/office/drawing/2014/main" id="{506C61BD-D563-CF97-A1FF-820D739478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" t="65668" r="-649" b="25967"/>
          <a:stretch>
            <a:fillRect/>
          </a:stretch>
        </p:blipFill>
        <p:spPr bwMode="auto">
          <a:xfrm>
            <a:off x="4829223" y="382563"/>
            <a:ext cx="5617414" cy="40245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16047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07B7-512D-EAA9-18D0-C837AD08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6">
            <a:extLst>
              <a:ext uri="{FF2B5EF4-FFF2-40B4-BE49-F238E27FC236}">
                <a16:creationId xmlns:a16="http://schemas.microsoft.com/office/drawing/2014/main" id="{DA69F6BA-E798-2B83-B1D3-D8F8C7FF3850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FFA4D8-9FAD-56D6-B6E9-58F6469EB9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" r="866" b="35417"/>
          <a:stretch>
            <a:fillRect/>
          </a:stretch>
        </p:blipFill>
        <p:spPr bwMode="auto">
          <a:xfrm>
            <a:off x="-129298" y="-1505872"/>
            <a:ext cx="4998869" cy="3085751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83120F33-B875-2CFE-4413-8D7603973526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34D0A941-E284-5081-70F9-93BB827A4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A07767BB-3CD2-0CC5-18DF-AB6069CC6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9F4CB356-F2DE-E9EF-44AC-5B36F1E2F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26A600A3-1F43-5F9C-EFBC-EA6EB1858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88B7E4E0-92B6-35B6-3AD2-B1D80B891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41626B-5A09-27D8-7308-92D654674B79}"/>
              </a:ext>
            </a:extLst>
          </p:cNvPr>
          <p:cNvSpPr txBox="1"/>
          <p:nvPr/>
        </p:nvSpPr>
        <p:spPr>
          <a:xfrm>
            <a:off x="2378" y="2091620"/>
            <a:ext cx="531530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400" b="1" i="1"/>
              <a:t>CRITERIOS DE EVALUACIÓN</a:t>
            </a:r>
          </a:p>
        </p:txBody>
      </p:sp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E002E2E1-ED3C-5999-4894-D6C23AB6C6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" t="65278" r="433" b="26657"/>
          <a:stretch>
            <a:fillRect/>
          </a:stretch>
        </p:blipFill>
        <p:spPr bwMode="auto">
          <a:xfrm>
            <a:off x="4873398" y="504041"/>
            <a:ext cx="4998885" cy="385352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7889FB60-37C2-3DC1-4425-7E49D040A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263038"/>
              </p:ext>
            </p:extLst>
          </p:nvPr>
        </p:nvGraphicFramePr>
        <p:xfrm>
          <a:off x="858455" y="1580909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51" name="Diagrama 250">
            <a:extLst>
              <a:ext uri="{FF2B5EF4-FFF2-40B4-BE49-F238E27FC236}">
                <a16:creationId xmlns:a16="http://schemas.microsoft.com/office/drawing/2014/main" id="{FB3D8571-D00A-2A9D-290B-312DDF9DD3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2371873"/>
              </p:ext>
            </p:extLst>
          </p:nvPr>
        </p:nvGraphicFramePr>
        <p:xfrm>
          <a:off x="5671594" y="1580908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033" name="Imagen 1032">
            <a:extLst>
              <a:ext uri="{FF2B5EF4-FFF2-40B4-BE49-F238E27FC236}">
                <a16:creationId xmlns:a16="http://schemas.microsoft.com/office/drawing/2014/main" id="{710EDAF6-01DB-F30E-164D-15019AA459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76487" y="4308677"/>
            <a:ext cx="2156750" cy="21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3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F32B6-E79A-8FFB-1503-B9F46E58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6">
            <a:extLst>
              <a:ext uri="{FF2B5EF4-FFF2-40B4-BE49-F238E27FC236}">
                <a16:creationId xmlns:a16="http://schemas.microsoft.com/office/drawing/2014/main" id="{CA5CC7D9-FEAE-E453-1668-755ECAE795DF}"/>
              </a:ext>
            </a:extLst>
          </p:cNvPr>
          <p:cNvSpPr>
            <a:spLocks/>
          </p:cNvSpPr>
          <p:nvPr/>
        </p:nvSpPr>
        <p:spPr bwMode="auto">
          <a:xfrm>
            <a:off x="0" y="8860"/>
            <a:ext cx="12192000" cy="1843405"/>
          </a:xfrm>
          <a:custGeom>
            <a:avLst/>
            <a:gdLst>
              <a:gd name="T0" fmla="*/ 0 w 2448"/>
              <a:gd name="T1" fmla="*/ 0 h 650"/>
              <a:gd name="T2" fmla="*/ 0 w 2448"/>
              <a:gd name="T3" fmla="*/ 650 h 650"/>
              <a:gd name="T4" fmla="*/ 2448 w 2448"/>
              <a:gd name="T5" fmla="*/ 466 h 650"/>
              <a:gd name="T6" fmla="*/ 2448 w 2448"/>
              <a:gd name="T7" fmla="*/ 0 h 650"/>
              <a:gd name="T8" fmla="*/ 0 w 2448"/>
              <a:gd name="T9" fmla="*/ 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8" h="650">
                <a:moveTo>
                  <a:pt x="0" y="0"/>
                </a:moveTo>
                <a:cubicBezTo>
                  <a:pt x="0" y="650"/>
                  <a:pt x="0" y="650"/>
                  <a:pt x="0" y="650"/>
                </a:cubicBezTo>
                <a:cubicBezTo>
                  <a:pt x="914" y="423"/>
                  <a:pt x="1786" y="414"/>
                  <a:pt x="2448" y="466"/>
                </a:cubicBezTo>
                <a:cubicBezTo>
                  <a:pt x="2448" y="0"/>
                  <a:pt x="2448" y="0"/>
                  <a:pt x="244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s-MX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1DD8DF2-C3DC-E019-9FEF-C9FADA89B40F}"/>
              </a:ext>
            </a:extLst>
          </p:cNvPr>
          <p:cNvGrpSpPr/>
          <p:nvPr/>
        </p:nvGrpSpPr>
        <p:grpSpPr>
          <a:xfrm>
            <a:off x="0" y="880111"/>
            <a:ext cx="12192000" cy="975360"/>
            <a:chOff x="0" y="0"/>
            <a:chExt cx="7543800" cy="975451"/>
          </a:xfrm>
        </p:grpSpPr>
        <p:sp>
          <p:nvSpPr>
            <p:cNvPr id="8" name="Forma libre 44">
              <a:extLst>
                <a:ext uri="{FF2B5EF4-FFF2-40B4-BE49-F238E27FC236}">
                  <a16:creationId xmlns:a16="http://schemas.microsoft.com/office/drawing/2014/main" id="{15784E6A-3A04-723E-7777-55048AA5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74172"/>
              <a:ext cx="7540625" cy="664845"/>
            </a:xfrm>
            <a:custGeom>
              <a:avLst/>
              <a:gdLst>
                <a:gd name="T0" fmla="*/ 0 w 2448"/>
                <a:gd name="T1" fmla="*/ 215 h 215"/>
                <a:gd name="T2" fmla="*/ 2448 w 2448"/>
                <a:gd name="T3" fmla="*/ 10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15">
                  <a:moveTo>
                    <a:pt x="0" y="215"/>
                  </a:moveTo>
                  <a:cubicBezTo>
                    <a:pt x="947" y="0"/>
                    <a:pt x="1842" y="35"/>
                    <a:pt x="2448" y="108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orma libre 45">
              <a:extLst>
                <a:ext uri="{FF2B5EF4-FFF2-40B4-BE49-F238E27FC236}">
                  <a16:creationId xmlns:a16="http://schemas.microsoft.com/office/drawing/2014/main" id="{02D4B00E-926D-3876-A5A9-6C28CDFBD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1514"/>
              <a:ext cx="7543800" cy="772795"/>
            </a:xfrm>
            <a:custGeom>
              <a:avLst/>
              <a:gdLst>
                <a:gd name="T0" fmla="*/ 0 w 2449"/>
                <a:gd name="T1" fmla="*/ 250 h 250"/>
                <a:gd name="T2" fmla="*/ 2449 w 2449"/>
                <a:gd name="T3" fmla="*/ 5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9" h="250">
                  <a:moveTo>
                    <a:pt x="0" y="250"/>
                  </a:moveTo>
                  <a:cubicBezTo>
                    <a:pt x="938" y="0"/>
                    <a:pt x="1835" y="2"/>
                    <a:pt x="2449" y="54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orma libre 46">
              <a:extLst>
                <a:ext uri="{FF2B5EF4-FFF2-40B4-BE49-F238E27FC236}">
                  <a16:creationId xmlns:a16="http://schemas.microsoft.com/office/drawing/2014/main" id="{1E0D4987-55C5-1652-9C76-590667705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7540625" cy="736600"/>
            </a:xfrm>
            <a:custGeom>
              <a:avLst/>
              <a:gdLst>
                <a:gd name="T0" fmla="*/ 2448 w 2448"/>
                <a:gd name="T1" fmla="*/ 71 h 238"/>
                <a:gd name="T2" fmla="*/ 0 w 2448"/>
                <a:gd name="T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2448" y="71"/>
                  </a:moveTo>
                  <a:cubicBezTo>
                    <a:pt x="1835" y="12"/>
                    <a:pt x="939" y="0"/>
                    <a:pt x="0" y="238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orma libre 47">
              <a:extLst>
                <a:ext uri="{FF2B5EF4-FFF2-40B4-BE49-F238E27FC236}">
                  <a16:creationId xmlns:a16="http://schemas.microsoft.com/office/drawing/2014/main" id="{522BFE80-CEE3-BF70-F3D3-D255D5349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8857"/>
              <a:ext cx="7540625" cy="732790"/>
            </a:xfrm>
            <a:custGeom>
              <a:avLst/>
              <a:gdLst>
                <a:gd name="T0" fmla="*/ 0 w 2448"/>
                <a:gd name="T1" fmla="*/ 237 h 237"/>
                <a:gd name="T2" fmla="*/ 2448 w 2448"/>
                <a:gd name="T3" fmla="*/ 7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7">
                  <a:moveTo>
                    <a:pt x="0" y="237"/>
                  </a:moveTo>
                  <a:cubicBezTo>
                    <a:pt x="940" y="0"/>
                    <a:pt x="1835" y="15"/>
                    <a:pt x="2448" y="75"/>
                  </a:cubicBezTo>
                </a:path>
              </a:pathLst>
            </a:custGeom>
            <a:noFill/>
            <a:ln w="6350">
              <a:solidFill>
                <a:srgbClr val="FFFFF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orma libre 48">
              <a:extLst>
                <a:ext uri="{FF2B5EF4-FFF2-40B4-BE49-F238E27FC236}">
                  <a16:creationId xmlns:a16="http://schemas.microsoft.com/office/drawing/2014/main" id="{50E47620-7B84-6149-80BE-B76338B3F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9486"/>
              <a:ext cx="7540625" cy="735965"/>
            </a:xfrm>
            <a:custGeom>
              <a:avLst/>
              <a:gdLst>
                <a:gd name="T0" fmla="*/ 0 w 2448"/>
                <a:gd name="T1" fmla="*/ 238 h 238"/>
                <a:gd name="T2" fmla="*/ 2448 w 2448"/>
                <a:gd name="T3" fmla="*/ 7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48" h="238">
                  <a:moveTo>
                    <a:pt x="0" y="238"/>
                  </a:moveTo>
                  <a:cubicBezTo>
                    <a:pt x="939" y="0"/>
                    <a:pt x="1834" y="12"/>
                    <a:pt x="2448" y="70"/>
                  </a:cubicBezTo>
                </a:path>
              </a:pathLst>
            </a:custGeom>
            <a:noFill/>
            <a:ln w="6350">
              <a:solidFill>
                <a:srgbClr val="EFB32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E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C8682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CB3B5736-188E-4CD3-959C-F292B49F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247" y="37288"/>
            <a:ext cx="10515600" cy="1325563"/>
          </a:xfrm>
        </p:spPr>
        <p:txBody>
          <a:bodyPr/>
          <a:lstStyle/>
          <a:p>
            <a:r>
              <a:rPr lang="es-MX"/>
              <a:t>EJEMPLO</a:t>
            </a:r>
            <a:r>
              <a:rPr lang="es-MX" dirty="0"/>
              <a:t> DE </a:t>
            </a:r>
            <a:r>
              <a:rPr lang="es-MX"/>
              <a:t>COMO SE DEBE DE VER LA</a:t>
            </a:r>
            <a:r>
              <a:rPr lang="es-MX" dirty="0"/>
              <a:t> APP MOVIL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8F9A040-4EE2-E674-040E-67932519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66" r="-368" b="1815"/>
          <a:stretch>
            <a:fillRect/>
          </a:stretch>
        </p:blipFill>
        <p:spPr>
          <a:xfrm>
            <a:off x="1589269" y="1851837"/>
            <a:ext cx="2173195" cy="435936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5319F53-6705-DACE-1E47-9E22DBB14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385" y="1630326"/>
            <a:ext cx="2190906" cy="4580861"/>
          </a:xfrm>
          <a:prstGeom prst="rect">
            <a:avLst/>
          </a:prstGeom>
        </p:spPr>
      </p:pic>
      <p:graphicFrame>
        <p:nvGraphicFramePr>
          <p:cNvPr id="123" name="Diagrama 122">
            <a:extLst>
              <a:ext uri="{FF2B5EF4-FFF2-40B4-BE49-F238E27FC236}">
                <a16:creationId xmlns:a16="http://schemas.microsoft.com/office/drawing/2014/main" id="{74998E76-6EB1-33EC-2E92-EA43B3891A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1568137"/>
              </p:ext>
            </p:extLst>
          </p:nvPr>
        </p:nvGraphicFramePr>
        <p:xfrm>
          <a:off x="6795977" y="288852"/>
          <a:ext cx="4722628" cy="5925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162" name="Imagen 2161">
            <a:extLst>
              <a:ext uri="{FF2B5EF4-FFF2-40B4-BE49-F238E27FC236}">
                <a16:creationId xmlns:a16="http://schemas.microsoft.com/office/drawing/2014/main" id="{1F19D232-6906-4604-5F78-88F858BB6D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4931" y="4412511"/>
            <a:ext cx="2002466" cy="200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403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53F9AC2FDF443A59C9DCED13328D0" ma:contentTypeVersion="3" ma:contentTypeDescription="Create a new document." ma:contentTypeScope="" ma:versionID="f9e4fb65e6688f86ff2cb50dffa95775">
  <xsd:schema xmlns:xsd="http://www.w3.org/2001/XMLSchema" xmlns:xs="http://www.w3.org/2001/XMLSchema" xmlns:p="http://schemas.microsoft.com/office/2006/metadata/properties" xmlns:ns2="4313d825-f48c-4a59-8b85-6469d1b8b239" targetNamespace="http://schemas.microsoft.com/office/2006/metadata/properties" ma:root="true" ma:fieldsID="0e1baaa73a183f52817555c3998ee588" ns2:_="">
    <xsd:import namespace="4313d825-f48c-4a59-8b85-6469d1b8b2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13d825-f48c-4a59-8b85-6469d1b8b2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EB73C7-BB33-4DED-B59C-0B8079E12525}">
  <ds:schemaRefs>
    <ds:schemaRef ds:uri="302412d1-1394-4a03-8a36-8f07bea4e9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53A44A6-D0A2-4AB9-A2DB-6FFB58E353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FE9512-4746-4ECD-A224-6E4986A6E5A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Widescreen</PresentationFormat>
  <Paragraphs>73</Paragraphs>
  <Slides>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EJEMPLO DE COMO SE DEBE DE VER LA APP MOVIL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Pérez Càliz</dc:creator>
  <cp:lastModifiedBy>Ricardo Pérez Càliz</cp:lastModifiedBy>
  <cp:revision>594</cp:revision>
  <dcterms:created xsi:type="dcterms:W3CDTF">2026-10-01T15:57:29Z</dcterms:created>
  <dcterms:modified xsi:type="dcterms:W3CDTF">2026-10-04T01:25:57Z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0x010100D2653F9AC2FDF443A59C9DCED13328D0</vt:lpwstr>
  </property>
</Properties>
</file>